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384048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5852013" rtl="0" fontAlgn="auto" latinLnBrk="0" hangingPunct="0">
      <a:lnSpc>
        <a:spcPct val="90000"/>
      </a:lnSpc>
      <a:spcBef>
        <a:spcPts val="1080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Neue"/>
      </a:defRPr>
    </a:lvl1pPr>
    <a:lvl2pPr marL="0" marR="0" indent="457200" algn="l" defTabSz="5852013" rtl="0" fontAlgn="auto" latinLnBrk="0" hangingPunct="0">
      <a:lnSpc>
        <a:spcPct val="90000"/>
      </a:lnSpc>
      <a:spcBef>
        <a:spcPts val="1080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Neue"/>
      </a:defRPr>
    </a:lvl2pPr>
    <a:lvl3pPr marL="0" marR="0" indent="914400" algn="l" defTabSz="5852013" rtl="0" fontAlgn="auto" latinLnBrk="0" hangingPunct="0">
      <a:lnSpc>
        <a:spcPct val="90000"/>
      </a:lnSpc>
      <a:spcBef>
        <a:spcPts val="1080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Neue"/>
      </a:defRPr>
    </a:lvl3pPr>
    <a:lvl4pPr marL="0" marR="0" indent="1371600" algn="l" defTabSz="5852013" rtl="0" fontAlgn="auto" latinLnBrk="0" hangingPunct="0">
      <a:lnSpc>
        <a:spcPct val="90000"/>
      </a:lnSpc>
      <a:spcBef>
        <a:spcPts val="1080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Neue"/>
      </a:defRPr>
    </a:lvl4pPr>
    <a:lvl5pPr marL="0" marR="0" indent="1828800" algn="l" defTabSz="5852013" rtl="0" fontAlgn="auto" latinLnBrk="0" hangingPunct="0">
      <a:lnSpc>
        <a:spcPct val="90000"/>
      </a:lnSpc>
      <a:spcBef>
        <a:spcPts val="1080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Neue"/>
      </a:defRPr>
    </a:lvl5pPr>
    <a:lvl6pPr marL="0" marR="0" indent="2286000" algn="l" defTabSz="5852013" rtl="0" fontAlgn="auto" latinLnBrk="0" hangingPunct="0">
      <a:lnSpc>
        <a:spcPct val="90000"/>
      </a:lnSpc>
      <a:spcBef>
        <a:spcPts val="1080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Neue"/>
      </a:defRPr>
    </a:lvl6pPr>
    <a:lvl7pPr marL="0" marR="0" indent="2743200" algn="l" defTabSz="5852013" rtl="0" fontAlgn="auto" latinLnBrk="0" hangingPunct="0">
      <a:lnSpc>
        <a:spcPct val="90000"/>
      </a:lnSpc>
      <a:spcBef>
        <a:spcPts val="1080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Neue"/>
      </a:defRPr>
    </a:lvl7pPr>
    <a:lvl8pPr marL="0" marR="0" indent="3200400" algn="l" defTabSz="5852013" rtl="0" fontAlgn="auto" latinLnBrk="0" hangingPunct="0">
      <a:lnSpc>
        <a:spcPct val="90000"/>
      </a:lnSpc>
      <a:spcBef>
        <a:spcPts val="1080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Neue"/>
      </a:defRPr>
    </a:lvl8pPr>
    <a:lvl9pPr marL="0" marR="0" indent="3657600" algn="l" defTabSz="5852013" rtl="0" fontAlgn="auto" latinLnBrk="0" hangingPunct="0">
      <a:lnSpc>
        <a:spcPct val="90000"/>
      </a:lnSpc>
      <a:spcBef>
        <a:spcPts val="1080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508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508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508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508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508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508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508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381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892110" y="24337134"/>
            <a:ext cx="34604329" cy="1003242"/>
          </a:xfrm>
          <a:prstGeom prst="rect">
            <a:avLst/>
          </a:prstGeom>
        </p:spPr>
        <p:txBody>
          <a:bodyPr lIns="72009" tIns="72009" rIns="72009" bIns="72009"/>
          <a:lstStyle>
            <a:lvl1pPr defTabSz="1307592">
              <a:defRPr sz="5676"/>
            </a:lvl1pPr>
          </a:lstStyle>
          <a:p>
            <a:pPr/>
            <a:r>
              <a:t>Author and Date</a:t>
            </a:r>
          </a:p>
        </p:txBody>
      </p:sp>
      <p:sp>
        <p:nvSpPr>
          <p:cNvPr id="12" name="Presentation Title"/>
          <p:cNvSpPr txBox="1"/>
          <p:nvPr>
            <p:ph type="title" hasCustomPrompt="1"/>
          </p:nvPr>
        </p:nvSpPr>
        <p:spPr>
          <a:prstGeom prst="rect">
            <a:avLst/>
          </a:prstGeom>
        </p:spPr>
        <p:txBody>
          <a:bodyPr/>
          <a:lstStyle/>
          <a:p>
            <a:pPr/>
            <a:r>
              <a:t>Presentation Title</a:t>
            </a:r>
          </a:p>
        </p:txBody>
      </p:sp>
      <p:sp>
        <p:nvSpPr>
          <p:cNvPr id="13" name="Body Level One…"/>
          <p:cNvSpPr txBox="1"/>
          <p:nvPr>
            <p:ph type="body" sz="quarter" idx="1" hasCustomPrompt="1"/>
          </p:nvPr>
        </p:nvSpPr>
        <p:spPr>
          <a:prstGeom prst="rect">
            <a:avLst/>
          </a:prstGeom>
        </p:spPr>
        <p:txBody>
          <a:body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820229" y="3617594"/>
            <a:ext cx="42125269" cy="25229821"/>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900236" y="16879251"/>
            <a:ext cx="34604326" cy="7320917"/>
          </a:xfrm>
          <a:prstGeom prst="rect">
            <a:avLst/>
          </a:prstGeom>
        </p:spPr>
        <p:txBody>
          <a:bodyPr/>
          <a:lstStyle/>
          <a:p>
            <a:pPr/>
            <a:r>
              <a:t>Presentation Title</a:t>
            </a:r>
          </a:p>
        </p:txBody>
      </p:sp>
      <p:sp>
        <p:nvSpPr>
          <p:cNvPr id="23" name="Author and Date"/>
          <p:cNvSpPr txBox="1"/>
          <p:nvPr>
            <p:ph type="body" sz="quarter" idx="22" hasCustomPrompt="1"/>
          </p:nvPr>
        </p:nvSpPr>
        <p:spPr>
          <a:xfrm>
            <a:off x="1902112" y="7400017"/>
            <a:ext cx="34600580" cy="1003241"/>
          </a:xfrm>
          <a:prstGeom prst="rect">
            <a:avLst/>
          </a:prstGeom>
        </p:spPr>
        <p:txBody>
          <a:bodyPr lIns="72009" tIns="72009" rIns="72009" bIns="72009"/>
          <a:lstStyle>
            <a:lvl1pPr defTabSz="1307592">
              <a:defRPr sz="5676"/>
            </a:lvl1pPr>
          </a:lstStyle>
          <a:p>
            <a:pPr/>
            <a:r>
              <a:t>Author and Date</a:t>
            </a:r>
          </a:p>
        </p:txBody>
      </p:sp>
      <p:sp>
        <p:nvSpPr>
          <p:cNvPr id="24" name="Body Level One…"/>
          <p:cNvSpPr txBox="1"/>
          <p:nvPr>
            <p:ph type="body" sz="quarter" idx="1" hasCustomPrompt="1"/>
          </p:nvPr>
        </p:nvSpPr>
        <p:spPr>
          <a:xfrm>
            <a:off x="1900236" y="23943459"/>
            <a:ext cx="34604326" cy="1759198"/>
          </a:xfrm>
          <a:prstGeom prst="rect">
            <a:avLst/>
          </a:prstGeom>
        </p:spPr>
        <p:txBody>
          <a:body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sz="half" idx="21"/>
          </p:nvPr>
        </p:nvSpPr>
        <p:spPr>
          <a:xfrm>
            <a:off x="17282160" y="5337809"/>
            <a:ext cx="19128120" cy="22262785"/>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900236" y="7658100"/>
            <a:ext cx="15401926" cy="9264580"/>
          </a:xfrm>
          <a:prstGeom prst="rect">
            <a:avLst/>
          </a:prstGeom>
        </p:spPr>
        <p:txBody>
          <a:bodyPr/>
          <a:lstStyle>
            <a:lvl1pPr>
              <a:defRPr spc="-408" sz="20400"/>
            </a:lvl1pPr>
          </a:lstStyle>
          <a:p>
            <a:pPr/>
            <a:r>
              <a:t>Slide Title</a:t>
            </a:r>
          </a:p>
        </p:txBody>
      </p:sp>
      <p:sp>
        <p:nvSpPr>
          <p:cNvPr id="34" name="Body Level One…"/>
          <p:cNvSpPr txBox="1"/>
          <p:nvPr>
            <p:ph type="body" sz="quarter" idx="1" hasCustomPrompt="1"/>
          </p:nvPr>
        </p:nvSpPr>
        <p:spPr>
          <a:xfrm>
            <a:off x="1900236" y="16778258"/>
            <a:ext cx="15401926" cy="8482042"/>
          </a:xfrm>
          <a:prstGeom prst="rect">
            <a:avLst/>
          </a:prstGeom>
        </p:spPr>
        <p:txBody>
          <a:body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8809628" y="26077001"/>
            <a:ext cx="765862" cy="780086"/>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xfrm>
            <a:off x="1900236" y="7358062"/>
            <a:ext cx="34604326" cy="2257232"/>
          </a:xfrm>
          <a:prstGeom prst="rect">
            <a:avLst/>
          </a:prstGeom>
        </p:spPr>
        <p:txBody>
          <a:bodyPr anchor="t"/>
          <a:lstStyle>
            <a:lvl1pPr>
              <a:defRPr spc="-408" sz="20400"/>
            </a:lvl1pPr>
          </a:lstStyle>
          <a:p>
            <a:pPr/>
            <a:r>
              <a:t>Slide Title</a:t>
            </a:r>
          </a:p>
        </p:txBody>
      </p:sp>
      <p:sp>
        <p:nvSpPr>
          <p:cNvPr id="43" name="Slide Subtitle"/>
          <p:cNvSpPr txBox="1"/>
          <p:nvPr>
            <p:ph type="body" sz="quarter" idx="21" hasCustomPrompt="1"/>
          </p:nvPr>
        </p:nvSpPr>
        <p:spPr>
          <a:xfrm>
            <a:off x="1900236" y="9395266"/>
            <a:ext cx="34604326" cy="1472277"/>
          </a:xfrm>
          <a:prstGeom prst="rect">
            <a:avLst/>
          </a:prstGeom>
        </p:spPr>
        <p:txBody>
          <a:bodyPr lIns="72009" tIns="72009" rIns="72009" bIns="72009"/>
          <a:lstStyle>
            <a:lvl1pPr defTabSz="1307592">
              <a:defRPr sz="8712"/>
            </a:lvl1pPr>
          </a:lstStyle>
          <a:p>
            <a:pPr/>
            <a:r>
              <a:t>Slide Subtitle</a:t>
            </a:r>
          </a:p>
        </p:txBody>
      </p:sp>
      <p:sp>
        <p:nvSpPr>
          <p:cNvPr id="44" name="Body Level One…"/>
          <p:cNvSpPr txBox="1"/>
          <p:nvPr>
            <p:ph type="body" sz="half" idx="1" hasCustomPrompt="1"/>
          </p:nvPr>
        </p:nvSpPr>
        <p:spPr>
          <a:xfrm>
            <a:off x="1900236" y="12349244"/>
            <a:ext cx="34604326" cy="13003218"/>
          </a:xfrm>
          <a:prstGeom prst="rect">
            <a:avLst/>
          </a:prstGeom>
        </p:spPr>
        <p:txBody>
          <a:bodyPr/>
          <a:lstStyle>
            <a:lvl1pPr marL="1447800" indent="-1447800" defTabSz="5852013">
              <a:lnSpc>
                <a:spcPct val="90000"/>
              </a:lnSpc>
              <a:spcBef>
                <a:spcPts val="10800"/>
              </a:spcBef>
              <a:buSzPct val="123000"/>
              <a:buChar char="•"/>
              <a:defRPr b="0" sz="11400"/>
            </a:lvl1pPr>
            <a:lvl2pPr marL="2057400" indent="-1447800" defTabSz="5852013">
              <a:lnSpc>
                <a:spcPct val="90000"/>
              </a:lnSpc>
              <a:spcBef>
                <a:spcPts val="10800"/>
              </a:spcBef>
              <a:buSzPct val="123000"/>
              <a:buChar char="•"/>
              <a:defRPr b="0" sz="11400"/>
            </a:lvl2pPr>
            <a:lvl3pPr marL="2667000" indent="-1447800" defTabSz="5852013">
              <a:lnSpc>
                <a:spcPct val="90000"/>
              </a:lnSpc>
              <a:spcBef>
                <a:spcPts val="10800"/>
              </a:spcBef>
              <a:buSzPct val="123000"/>
              <a:buChar char="•"/>
              <a:defRPr b="0" sz="11400"/>
            </a:lvl3pPr>
            <a:lvl4pPr marL="3276600" indent="-1447800" defTabSz="5852013">
              <a:lnSpc>
                <a:spcPct val="90000"/>
              </a:lnSpc>
              <a:spcBef>
                <a:spcPts val="10800"/>
              </a:spcBef>
              <a:buSzPct val="123000"/>
              <a:buChar char="•"/>
              <a:defRPr b="0" sz="11400"/>
            </a:lvl4pPr>
            <a:lvl5pPr marL="3886200" indent="-1447800" defTabSz="5852013">
              <a:lnSpc>
                <a:spcPct val="90000"/>
              </a:lnSpc>
              <a:spcBef>
                <a:spcPts val="10800"/>
              </a:spcBef>
              <a:buSzPct val="123000"/>
              <a:buChar char="•"/>
              <a:defRPr b="0" sz="11400"/>
            </a:lvl5p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sz="half" idx="1" hasCustomPrompt="1"/>
          </p:nvPr>
        </p:nvSpPr>
        <p:spPr>
          <a:xfrm>
            <a:off x="1900236" y="12349244"/>
            <a:ext cx="34604326" cy="13003218"/>
          </a:xfrm>
          <a:prstGeom prst="rect">
            <a:avLst/>
          </a:prstGeom>
        </p:spPr>
        <p:txBody>
          <a:bodyPr numCol="2" spcCol="1730216"/>
          <a:lstStyle>
            <a:lvl1pPr marL="1447800" indent="-1447800" defTabSz="5852013">
              <a:lnSpc>
                <a:spcPct val="90000"/>
              </a:lnSpc>
              <a:spcBef>
                <a:spcPts val="10800"/>
              </a:spcBef>
              <a:buSzPct val="123000"/>
              <a:buChar char="•"/>
              <a:defRPr b="0" sz="11400"/>
            </a:lvl1pPr>
            <a:lvl2pPr marL="2057400" indent="-1447800" defTabSz="5852013">
              <a:lnSpc>
                <a:spcPct val="90000"/>
              </a:lnSpc>
              <a:spcBef>
                <a:spcPts val="10800"/>
              </a:spcBef>
              <a:buSzPct val="123000"/>
              <a:buChar char="•"/>
              <a:defRPr b="0" sz="11400"/>
            </a:lvl2pPr>
            <a:lvl3pPr marL="2667000" indent="-1447800" defTabSz="5852013">
              <a:lnSpc>
                <a:spcPct val="90000"/>
              </a:lnSpc>
              <a:spcBef>
                <a:spcPts val="10800"/>
              </a:spcBef>
              <a:buSzPct val="123000"/>
              <a:buChar char="•"/>
              <a:defRPr b="0" sz="11400"/>
            </a:lvl3pPr>
            <a:lvl4pPr marL="3276600" indent="-1447800" defTabSz="5852013">
              <a:lnSpc>
                <a:spcPct val="90000"/>
              </a:lnSpc>
              <a:spcBef>
                <a:spcPts val="10800"/>
              </a:spcBef>
              <a:buSzPct val="123000"/>
              <a:buChar char="•"/>
              <a:defRPr b="0" sz="11400"/>
            </a:lvl4pPr>
            <a:lvl5pPr marL="3886200" indent="-1447800" defTabSz="5852013">
              <a:lnSpc>
                <a:spcPct val="90000"/>
              </a:lnSpc>
              <a:spcBef>
                <a:spcPts val="10800"/>
              </a:spcBef>
              <a:buSzPct val="123000"/>
              <a:buChar char="•"/>
              <a:defRPr b="0" sz="11400"/>
            </a:lvl5p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900236" y="9395266"/>
            <a:ext cx="15401926" cy="1472277"/>
          </a:xfrm>
          <a:prstGeom prst="rect">
            <a:avLst/>
          </a:prstGeom>
        </p:spPr>
        <p:txBody>
          <a:bodyPr lIns="72009" tIns="72009" rIns="72009" bIns="72009"/>
          <a:lstStyle>
            <a:lvl1pPr defTabSz="1307592">
              <a:defRPr sz="8712"/>
            </a:lvl1pPr>
          </a:lstStyle>
          <a:p>
            <a:pPr/>
            <a:r>
              <a:t>Slide Subtitle</a:t>
            </a:r>
          </a:p>
        </p:txBody>
      </p:sp>
      <p:sp>
        <p:nvSpPr>
          <p:cNvPr id="61" name="Body Level One…"/>
          <p:cNvSpPr txBox="1"/>
          <p:nvPr>
            <p:ph type="body" sz="quarter" idx="1" hasCustomPrompt="1"/>
          </p:nvPr>
        </p:nvSpPr>
        <p:spPr>
          <a:xfrm>
            <a:off x="1900236" y="12349244"/>
            <a:ext cx="15401926" cy="13004193"/>
          </a:xfrm>
          <a:prstGeom prst="rect">
            <a:avLst/>
          </a:prstGeom>
        </p:spPr>
        <p:txBody>
          <a:bodyPr/>
          <a:lstStyle>
            <a:lvl1pPr marL="1447800" indent="-1447800" defTabSz="5852013">
              <a:lnSpc>
                <a:spcPct val="90000"/>
              </a:lnSpc>
              <a:spcBef>
                <a:spcPts val="10800"/>
              </a:spcBef>
              <a:buSzPct val="123000"/>
              <a:buChar char="•"/>
              <a:defRPr b="0" sz="11400"/>
            </a:lvl1pPr>
            <a:lvl2pPr marL="2057400" indent="-1447800" defTabSz="5852013">
              <a:lnSpc>
                <a:spcPct val="90000"/>
              </a:lnSpc>
              <a:spcBef>
                <a:spcPts val="10800"/>
              </a:spcBef>
              <a:buSzPct val="123000"/>
              <a:buChar char="•"/>
              <a:defRPr b="0" sz="11400"/>
            </a:lvl2pPr>
            <a:lvl3pPr marL="2667000" indent="-1447800" defTabSz="5852013">
              <a:lnSpc>
                <a:spcPct val="90000"/>
              </a:lnSpc>
              <a:spcBef>
                <a:spcPts val="10800"/>
              </a:spcBef>
              <a:buSzPct val="123000"/>
              <a:buChar char="•"/>
              <a:defRPr b="0" sz="11400"/>
            </a:lvl3pPr>
            <a:lvl4pPr marL="3276600" indent="-1447800" defTabSz="5852013">
              <a:lnSpc>
                <a:spcPct val="90000"/>
              </a:lnSpc>
              <a:spcBef>
                <a:spcPts val="10800"/>
              </a:spcBef>
              <a:buSzPct val="123000"/>
              <a:buChar char="•"/>
              <a:defRPr b="0" sz="11400"/>
            </a:lvl4pPr>
            <a:lvl5pPr marL="3886200" indent="-1447800" defTabSz="5852013">
              <a:lnSpc>
                <a:spcPct val="90000"/>
              </a:lnSpc>
              <a:spcBef>
                <a:spcPts val="10800"/>
              </a:spcBef>
              <a:buSzPct val="123000"/>
              <a:buChar char="•"/>
              <a:defRPr b="0" sz="11400"/>
            </a:lvl5p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sz="half" idx="22"/>
          </p:nvPr>
        </p:nvSpPr>
        <p:spPr>
          <a:xfrm>
            <a:off x="19202400" y="5016407"/>
            <a:ext cx="17194077" cy="22925436"/>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900236" y="7358062"/>
            <a:ext cx="15401926" cy="2260284"/>
          </a:xfrm>
          <a:prstGeom prst="rect">
            <a:avLst/>
          </a:prstGeom>
        </p:spPr>
        <p:txBody>
          <a:bodyPr anchor="t"/>
          <a:lstStyle>
            <a:lvl1pPr>
              <a:defRPr spc="-408" sz="20400"/>
            </a:lvl1p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900236" y="9395266"/>
            <a:ext cx="15401926" cy="1472277"/>
          </a:xfrm>
          <a:prstGeom prst="rect">
            <a:avLst/>
          </a:prstGeom>
        </p:spPr>
        <p:txBody>
          <a:bodyPr lIns="72009" tIns="72009" rIns="72009" bIns="72009"/>
          <a:lstStyle>
            <a:lvl1pPr defTabSz="1307592">
              <a:defRPr sz="8712"/>
            </a:lvl1pPr>
          </a:lstStyle>
          <a:p>
            <a:pPr/>
            <a:r>
              <a:t>Slide Subtitle</a:t>
            </a:r>
          </a:p>
        </p:txBody>
      </p:sp>
      <p:sp>
        <p:nvSpPr>
          <p:cNvPr id="72" name="Body Level One…"/>
          <p:cNvSpPr txBox="1"/>
          <p:nvPr>
            <p:ph type="body" sz="quarter" idx="1" hasCustomPrompt="1"/>
          </p:nvPr>
        </p:nvSpPr>
        <p:spPr>
          <a:xfrm>
            <a:off x="1900236" y="12349244"/>
            <a:ext cx="15401926" cy="13004193"/>
          </a:xfrm>
          <a:prstGeom prst="rect">
            <a:avLst/>
          </a:prstGeom>
        </p:spPr>
        <p:txBody>
          <a:bodyPr/>
          <a:lstStyle>
            <a:lvl1pPr marL="1447800" indent="-1447800" defTabSz="5852013">
              <a:lnSpc>
                <a:spcPct val="90000"/>
              </a:lnSpc>
              <a:spcBef>
                <a:spcPts val="10800"/>
              </a:spcBef>
              <a:buSzPct val="123000"/>
              <a:buChar char="•"/>
              <a:defRPr b="0" sz="11400"/>
            </a:lvl1pPr>
            <a:lvl2pPr marL="2057400" indent="-1447800" defTabSz="5852013">
              <a:lnSpc>
                <a:spcPct val="90000"/>
              </a:lnSpc>
              <a:spcBef>
                <a:spcPts val="10800"/>
              </a:spcBef>
              <a:buSzPct val="123000"/>
              <a:buChar char="•"/>
              <a:defRPr b="0" sz="11400"/>
            </a:lvl2pPr>
            <a:lvl3pPr marL="2667000" indent="-1447800" defTabSz="5852013">
              <a:lnSpc>
                <a:spcPct val="90000"/>
              </a:lnSpc>
              <a:spcBef>
                <a:spcPts val="10800"/>
              </a:spcBef>
              <a:buSzPct val="123000"/>
              <a:buChar char="•"/>
              <a:defRPr b="0" sz="11400"/>
            </a:lvl3pPr>
            <a:lvl4pPr marL="3276600" indent="-1447800" defTabSz="5852013">
              <a:lnSpc>
                <a:spcPct val="90000"/>
              </a:lnSpc>
              <a:spcBef>
                <a:spcPts val="10800"/>
              </a:spcBef>
              <a:buSzPct val="123000"/>
              <a:buChar char="•"/>
              <a:defRPr b="0" sz="11400"/>
            </a:lvl4pPr>
            <a:lvl5pPr marL="3886200" indent="-1447800" defTabSz="5852013">
              <a:lnSpc>
                <a:spcPct val="90000"/>
              </a:lnSpc>
              <a:spcBef>
                <a:spcPts val="10800"/>
              </a:spcBef>
              <a:buSzPct val="123000"/>
              <a:buChar char="•"/>
              <a:defRPr b="0" sz="11400"/>
            </a:lvl5p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900236" y="7358062"/>
            <a:ext cx="15401926" cy="2260284"/>
          </a:xfrm>
          <a:prstGeom prst="rect">
            <a:avLst/>
          </a:prstGeom>
        </p:spPr>
        <p:txBody>
          <a:bodyPr anchor="t"/>
          <a:lstStyle>
            <a:lvl1pPr>
              <a:defRPr spc="-408" sz="20400"/>
            </a:lvl1p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900236" y="9395266"/>
            <a:ext cx="15401926" cy="1472277"/>
          </a:xfrm>
          <a:prstGeom prst="rect">
            <a:avLst/>
          </a:prstGeom>
        </p:spPr>
        <p:txBody>
          <a:bodyPr lIns="72009" tIns="72009" rIns="72009" bIns="72009"/>
          <a:lstStyle>
            <a:lvl1pPr defTabSz="1307592">
              <a:defRPr sz="8712"/>
            </a:lvl1pPr>
          </a:lstStyle>
          <a:p>
            <a:pPr/>
            <a:r>
              <a:t>Slide Subtitle</a:t>
            </a:r>
          </a:p>
        </p:txBody>
      </p:sp>
      <p:sp>
        <p:nvSpPr>
          <p:cNvPr id="82" name="Body Level One…"/>
          <p:cNvSpPr txBox="1"/>
          <p:nvPr>
            <p:ph type="body" sz="quarter" idx="1" hasCustomPrompt="1"/>
          </p:nvPr>
        </p:nvSpPr>
        <p:spPr>
          <a:xfrm>
            <a:off x="1900236" y="12349244"/>
            <a:ext cx="15401926" cy="13004193"/>
          </a:xfrm>
          <a:prstGeom prst="rect">
            <a:avLst/>
          </a:prstGeom>
        </p:spPr>
        <p:txBody>
          <a:bodyPr/>
          <a:lstStyle>
            <a:lvl1pPr marL="1447800" indent="-1447800" defTabSz="5852013">
              <a:lnSpc>
                <a:spcPct val="90000"/>
              </a:lnSpc>
              <a:spcBef>
                <a:spcPts val="10800"/>
              </a:spcBef>
              <a:buSzPct val="123000"/>
              <a:buChar char="•"/>
              <a:defRPr b="0" sz="11400"/>
            </a:lvl1pPr>
            <a:lvl2pPr marL="2057400" indent="-1447800" defTabSz="5852013">
              <a:lnSpc>
                <a:spcPct val="90000"/>
              </a:lnSpc>
              <a:spcBef>
                <a:spcPts val="10800"/>
              </a:spcBef>
              <a:buSzPct val="123000"/>
              <a:buChar char="•"/>
              <a:defRPr b="0" sz="11400"/>
            </a:lvl2pPr>
            <a:lvl3pPr marL="2667000" indent="-1447800" defTabSz="5852013">
              <a:lnSpc>
                <a:spcPct val="90000"/>
              </a:lnSpc>
              <a:spcBef>
                <a:spcPts val="10800"/>
              </a:spcBef>
              <a:buSzPct val="123000"/>
              <a:buChar char="•"/>
              <a:defRPr b="0" sz="11400"/>
            </a:lvl3pPr>
            <a:lvl4pPr marL="3276600" indent="-1447800" defTabSz="5852013">
              <a:lnSpc>
                <a:spcPct val="90000"/>
              </a:lnSpc>
              <a:spcBef>
                <a:spcPts val="10800"/>
              </a:spcBef>
              <a:buSzPct val="123000"/>
              <a:buChar char="•"/>
              <a:defRPr b="0" sz="11400"/>
            </a:lvl4pPr>
            <a:lvl5pPr marL="3886200" indent="-1447800" defTabSz="5852013">
              <a:lnSpc>
                <a:spcPct val="90000"/>
              </a:lnSpc>
              <a:spcBef>
                <a:spcPts val="10800"/>
              </a:spcBef>
              <a:buSzPct val="123000"/>
              <a:buChar char="•"/>
              <a:defRPr b="0" sz="11400"/>
            </a:lvl5p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900236" y="7358062"/>
            <a:ext cx="15401926" cy="2260284"/>
          </a:xfrm>
          <a:prstGeom prst="rect">
            <a:avLst/>
          </a:prstGeom>
        </p:spPr>
        <p:txBody>
          <a:bodyPr anchor="t"/>
          <a:lstStyle>
            <a:lvl1pPr>
              <a:defRPr spc="-408" sz="20400"/>
            </a:lvl1p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900232" y="12798742"/>
            <a:ext cx="34604332" cy="7320916"/>
          </a:xfrm>
          <a:prstGeom prst="rect">
            <a:avLst/>
          </a:prstGeom>
        </p:spPr>
        <p:txBody>
          <a:bodyPr anchor="ctr"/>
          <a:lstStyle>
            <a:lvl1pPr>
              <a:defRPr b="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8809628" y="26077001"/>
            <a:ext cx="765862" cy="780086"/>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900236" y="7358062"/>
            <a:ext cx="34604326" cy="2260045"/>
          </a:xfrm>
          <a:prstGeom prst="rect">
            <a:avLst/>
          </a:prstGeom>
        </p:spPr>
        <p:txBody>
          <a:bodyPr anchor="t"/>
          <a:lstStyle>
            <a:lvl1pPr>
              <a:defRPr spc="-408" sz="20400"/>
            </a:lvl1pPr>
          </a:lstStyle>
          <a:p>
            <a:pPr/>
            <a:r>
              <a:t>Slide Title</a:t>
            </a:r>
          </a:p>
        </p:txBody>
      </p:sp>
      <p:sp>
        <p:nvSpPr>
          <p:cNvPr id="100" name="Slide Subtitle"/>
          <p:cNvSpPr txBox="1"/>
          <p:nvPr>
            <p:ph type="body" sz="quarter" idx="21" hasCustomPrompt="1"/>
          </p:nvPr>
        </p:nvSpPr>
        <p:spPr>
          <a:xfrm>
            <a:off x="1900236" y="9395266"/>
            <a:ext cx="34604326" cy="1472277"/>
          </a:xfrm>
          <a:prstGeom prst="rect">
            <a:avLst/>
          </a:prstGeom>
        </p:spPr>
        <p:txBody>
          <a:bodyPr lIns="72009" tIns="72009" rIns="72009" bIns="72009"/>
          <a:lstStyle>
            <a:lvl1pPr defTabSz="1307592">
              <a:defRPr sz="8712"/>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900236" y="7358062"/>
            <a:ext cx="34604326" cy="2260284"/>
          </a:xfrm>
          <a:prstGeom prst="rect">
            <a:avLst/>
          </a:prstGeom>
        </p:spPr>
        <p:txBody>
          <a:bodyPr anchor="t"/>
          <a:lstStyle>
            <a:lvl1pPr>
              <a:defRPr spc="-408" sz="20400"/>
            </a:lvl1pPr>
          </a:lstStyle>
          <a:p>
            <a:pPr/>
            <a:r>
              <a:t>Agenda Title</a:t>
            </a:r>
          </a:p>
        </p:txBody>
      </p:sp>
      <p:sp>
        <p:nvSpPr>
          <p:cNvPr id="109" name="Agenda Subtitle"/>
          <p:cNvSpPr txBox="1"/>
          <p:nvPr>
            <p:ph type="body" sz="quarter" idx="21" hasCustomPrompt="1"/>
          </p:nvPr>
        </p:nvSpPr>
        <p:spPr>
          <a:xfrm>
            <a:off x="1900236" y="9395266"/>
            <a:ext cx="34604326" cy="1472277"/>
          </a:xfrm>
          <a:prstGeom prst="rect">
            <a:avLst/>
          </a:prstGeom>
        </p:spPr>
        <p:txBody>
          <a:bodyPr lIns="72009" tIns="72009" rIns="72009" bIns="72009"/>
          <a:lstStyle>
            <a:lvl1pPr defTabSz="1307592">
              <a:defRPr sz="8712"/>
            </a:lvl1pPr>
          </a:lstStyle>
          <a:p>
            <a:pPr/>
            <a:r>
              <a:t>Agenda Subtitle</a:t>
            </a:r>
          </a:p>
        </p:txBody>
      </p:sp>
      <p:sp>
        <p:nvSpPr>
          <p:cNvPr id="110" name="Body Level One…"/>
          <p:cNvSpPr txBox="1"/>
          <p:nvPr>
            <p:ph type="body" sz="half" idx="1" hasCustomPrompt="1"/>
          </p:nvPr>
        </p:nvSpPr>
        <p:spPr>
          <a:xfrm>
            <a:off x="1900236" y="12349244"/>
            <a:ext cx="34604326" cy="13003218"/>
          </a:xfrm>
          <a:prstGeom prst="rect">
            <a:avLst/>
          </a:prstGeom>
        </p:spPr>
        <p:txBody>
          <a:bodyPr/>
          <a:lstStyle>
            <a:lvl1pPr>
              <a:spcBef>
                <a:spcPts val="4300"/>
              </a:spcBef>
              <a:defRPr b="0" spc="-132"/>
            </a:lvl1pPr>
            <a:lvl2pPr>
              <a:spcBef>
                <a:spcPts val="4300"/>
              </a:spcBef>
              <a:defRPr b="0" spc="-132"/>
            </a:lvl2pPr>
            <a:lvl3pPr>
              <a:spcBef>
                <a:spcPts val="4300"/>
              </a:spcBef>
              <a:defRPr b="0" spc="-132"/>
            </a:lvl3pPr>
            <a:lvl4pPr>
              <a:spcBef>
                <a:spcPts val="4300"/>
              </a:spcBef>
              <a:defRPr b="0" spc="-132"/>
            </a:lvl4pPr>
            <a:lvl5pPr>
              <a:spcBef>
                <a:spcPts val="4300"/>
              </a:spcBef>
              <a:defRPr b="0" spc="-132"/>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quarter" idx="1" hasCustomPrompt="1"/>
          </p:nvPr>
        </p:nvSpPr>
        <p:spPr>
          <a:xfrm>
            <a:off x="1900236" y="13408178"/>
            <a:ext cx="34604326" cy="6102044"/>
          </a:xfrm>
          <a:prstGeom prst="rect">
            <a:avLst/>
          </a:prstGeom>
        </p:spPr>
        <p:txBody>
          <a:bodyPr anchor="ctr"/>
          <a:lstStyle>
            <a:lvl1pPr algn="ctr" defTabSz="5852013">
              <a:lnSpc>
                <a:spcPct val="80000"/>
              </a:lnSpc>
              <a:defRPr b="0" spc="-556" sz="27800">
                <a:latin typeface="Helvetica Neue Medium"/>
                <a:ea typeface="Helvetica Neue Medium"/>
                <a:cs typeface="Helvetica Neue Medium"/>
                <a:sym typeface="Helvetica Neue Medium"/>
              </a:defRPr>
            </a:lvl1pPr>
            <a:lvl2pPr algn="ctr" defTabSz="5852013">
              <a:lnSpc>
                <a:spcPct val="80000"/>
              </a:lnSpc>
              <a:defRPr b="0" spc="-556" sz="27800">
                <a:latin typeface="Helvetica Neue Medium"/>
                <a:ea typeface="Helvetica Neue Medium"/>
                <a:cs typeface="Helvetica Neue Medium"/>
                <a:sym typeface="Helvetica Neue Medium"/>
              </a:defRPr>
            </a:lvl2pPr>
            <a:lvl3pPr algn="ctr" defTabSz="5852013">
              <a:lnSpc>
                <a:spcPct val="80000"/>
              </a:lnSpc>
              <a:defRPr b="0" spc="-556" sz="27800">
                <a:latin typeface="Helvetica Neue Medium"/>
                <a:ea typeface="Helvetica Neue Medium"/>
                <a:cs typeface="Helvetica Neue Medium"/>
                <a:sym typeface="Helvetica Neue Medium"/>
              </a:defRPr>
            </a:lvl3pPr>
            <a:lvl4pPr algn="ctr" defTabSz="5852013">
              <a:lnSpc>
                <a:spcPct val="80000"/>
              </a:lnSpc>
              <a:defRPr b="0" spc="-556" sz="27800">
                <a:latin typeface="Helvetica Neue Medium"/>
                <a:ea typeface="Helvetica Neue Medium"/>
                <a:cs typeface="Helvetica Neue Medium"/>
                <a:sym typeface="Helvetica Neue Medium"/>
              </a:defRPr>
            </a:lvl4pPr>
            <a:lvl5pPr algn="ctr" defTabSz="5852013">
              <a:lnSpc>
                <a:spcPct val="80000"/>
              </a:lnSpc>
              <a:defRPr b="0" spc="-556" sz="278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sz="half" idx="1" hasCustomPrompt="1"/>
          </p:nvPr>
        </p:nvSpPr>
        <p:spPr>
          <a:xfrm>
            <a:off x="1900236" y="7352435"/>
            <a:ext cx="34604326" cy="11405494"/>
          </a:xfrm>
          <a:prstGeom prst="rect">
            <a:avLst/>
          </a:prstGeom>
        </p:spPr>
        <p:txBody>
          <a:bodyPr anchor="b"/>
          <a:lstStyle>
            <a:lvl1pPr algn="ctr" defTabSz="5852013">
              <a:lnSpc>
                <a:spcPct val="80000"/>
              </a:lnSpc>
              <a:defRPr spc="-600" sz="60000"/>
            </a:lvl1pPr>
            <a:lvl2pPr algn="ctr" defTabSz="5852013">
              <a:lnSpc>
                <a:spcPct val="80000"/>
              </a:lnSpc>
              <a:defRPr spc="-600" sz="60000"/>
            </a:lvl2pPr>
            <a:lvl3pPr algn="ctr" defTabSz="5852013">
              <a:lnSpc>
                <a:spcPct val="80000"/>
              </a:lnSpc>
              <a:defRPr spc="-600" sz="60000"/>
            </a:lvl3pPr>
            <a:lvl4pPr algn="ctr" defTabSz="5852013">
              <a:lnSpc>
                <a:spcPct val="80000"/>
              </a:lnSpc>
              <a:defRPr spc="-600" sz="60000"/>
            </a:lvl4pPr>
            <a:lvl5pPr algn="ctr" defTabSz="5852013">
              <a:lnSpc>
                <a:spcPct val="80000"/>
              </a:lnSpc>
              <a:defRPr spc="-600" sz="60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900236" y="18670784"/>
            <a:ext cx="34604326" cy="1472277"/>
          </a:xfrm>
          <a:prstGeom prst="rect">
            <a:avLst/>
          </a:prstGeom>
        </p:spPr>
        <p:txBody>
          <a:bodyPr lIns="72009" tIns="72009" rIns="72009" bIns="72009"/>
          <a:lstStyle>
            <a:lvl1pPr algn="ctr" defTabSz="1307592">
              <a:defRPr sz="8712"/>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3827289" y="22471690"/>
            <a:ext cx="31815082" cy="1003241"/>
          </a:xfrm>
          <a:prstGeom prst="rect">
            <a:avLst/>
          </a:prstGeom>
        </p:spPr>
        <p:txBody>
          <a:bodyPr lIns="72009" tIns="72009" rIns="72009" bIns="72009"/>
          <a:lstStyle>
            <a:lvl1pPr defTabSz="1307592">
              <a:defRPr sz="5676"/>
            </a:lvl1pPr>
          </a:lstStyle>
          <a:p>
            <a:pPr/>
            <a:r>
              <a:t>Attribution</a:t>
            </a:r>
          </a:p>
        </p:txBody>
      </p:sp>
      <p:sp>
        <p:nvSpPr>
          <p:cNvPr id="136" name="Body Level One…"/>
          <p:cNvSpPr txBox="1"/>
          <p:nvPr>
            <p:ph type="body" sz="quarter" idx="1" hasCustomPrompt="1"/>
          </p:nvPr>
        </p:nvSpPr>
        <p:spPr>
          <a:xfrm>
            <a:off x="2762428" y="13438130"/>
            <a:ext cx="32879944" cy="6042139"/>
          </a:xfrm>
          <a:prstGeom prst="rect">
            <a:avLst/>
          </a:prstGeom>
        </p:spPr>
        <p:txBody>
          <a:bodyPr/>
          <a:lstStyle>
            <a:lvl1pPr marL="1533415" indent="-1127760" defTabSz="5852013">
              <a:lnSpc>
                <a:spcPct val="90000"/>
              </a:lnSpc>
              <a:defRPr b="0" spc="-408" sz="20400">
                <a:latin typeface="Helvetica Neue Medium"/>
                <a:ea typeface="Helvetica Neue Medium"/>
                <a:cs typeface="Helvetica Neue Medium"/>
                <a:sym typeface="Helvetica Neue Medium"/>
              </a:defRPr>
            </a:lvl1pPr>
            <a:lvl2pPr marL="1533415" indent="-670559" defTabSz="5852013">
              <a:lnSpc>
                <a:spcPct val="90000"/>
              </a:lnSpc>
              <a:defRPr b="0" spc="-408" sz="20400">
                <a:latin typeface="Helvetica Neue Medium"/>
                <a:ea typeface="Helvetica Neue Medium"/>
                <a:cs typeface="Helvetica Neue Medium"/>
                <a:sym typeface="Helvetica Neue Medium"/>
              </a:defRPr>
            </a:lvl2pPr>
            <a:lvl3pPr marL="1533415" indent="-213359" defTabSz="5852013">
              <a:lnSpc>
                <a:spcPct val="90000"/>
              </a:lnSpc>
              <a:defRPr b="0" spc="-408" sz="20400">
                <a:latin typeface="Helvetica Neue Medium"/>
                <a:ea typeface="Helvetica Neue Medium"/>
                <a:cs typeface="Helvetica Neue Medium"/>
                <a:sym typeface="Helvetica Neue Medium"/>
              </a:defRPr>
            </a:lvl3pPr>
            <a:lvl4pPr marL="1533415" indent="243840" defTabSz="5852013">
              <a:lnSpc>
                <a:spcPct val="90000"/>
              </a:lnSpc>
              <a:defRPr b="0" spc="-408" sz="20400">
                <a:latin typeface="Helvetica Neue Medium"/>
                <a:ea typeface="Helvetica Neue Medium"/>
                <a:cs typeface="Helvetica Neue Medium"/>
                <a:sym typeface="Helvetica Neue Medium"/>
              </a:defRPr>
            </a:lvl4pPr>
            <a:lvl5pPr marL="1533415" indent="701040" defTabSz="5852013">
              <a:lnSpc>
                <a:spcPct val="90000"/>
              </a:lnSpc>
              <a:defRPr b="0" spc="-408" sz="204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24823103" y="7258050"/>
            <a:ext cx="11716582" cy="9370742"/>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21262657" y="11923632"/>
            <a:ext cx="16442056" cy="19136535"/>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220029" y="6437947"/>
            <a:ext cx="26163273" cy="19622454"/>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2100264" y="-3043239"/>
            <a:ext cx="42605326" cy="34084262"/>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Presentation Title"/>
          <p:cNvSpPr txBox="1"/>
          <p:nvPr>
            <p:ph type="title" hasCustomPrompt="1"/>
          </p:nvPr>
        </p:nvSpPr>
        <p:spPr>
          <a:xfrm>
            <a:off x="1900232" y="9713460"/>
            <a:ext cx="34604332" cy="7320916"/>
          </a:xfrm>
          <a:prstGeom prst="rect">
            <a:avLst/>
          </a:prstGeom>
          <a:ln w="12700">
            <a:miter lim="400000"/>
          </a:ln>
          <a:extLst>
            <a:ext uri="{C572A759-6A51-4108-AA02-DFA0A04FC94B}">
              <ma14:wrappingTextBoxFlag xmlns:ma14="http://schemas.microsoft.com/office/mac/drawingml/2011/main" val="1"/>
            </a:ext>
          </a:extLst>
        </p:spPr>
        <p:txBody>
          <a:bodyPr lIns="80010" tIns="80010" rIns="80010" bIns="80010" anchor="b">
            <a:normAutofit fontScale="100000" lnSpcReduction="0"/>
          </a:bodyPr>
          <a:lstStyle/>
          <a:p>
            <a:pPr/>
            <a:r>
              <a:t>Presentation Title</a:t>
            </a:r>
          </a:p>
        </p:txBody>
      </p:sp>
      <p:sp>
        <p:nvSpPr>
          <p:cNvPr id="3" name="Body Level One…"/>
          <p:cNvSpPr txBox="1"/>
          <p:nvPr>
            <p:ph type="body" idx="1" hasCustomPrompt="1"/>
          </p:nvPr>
        </p:nvSpPr>
        <p:spPr>
          <a:xfrm>
            <a:off x="1892114" y="17034375"/>
            <a:ext cx="34604326" cy="3000376"/>
          </a:xfrm>
          <a:prstGeom prst="rect">
            <a:avLst/>
          </a:prstGeom>
          <a:ln w="12700">
            <a:miter lim="400000"/>
          </a:ln>
          <a:extLst>
            <a:ext uri="{C572A759-6A51-4108-AA02-DFA0A04FC94B}">
              <ma14:wrappingTextBoxFlag xmlns:ma14="http://schemas.microsoft.com/office/mac/drawingml/2011/main" val="1"/>
            </a:ext>
          </a:extLst>
        </p:spPr>
        <p:txBody>
          <a:bodyPr lIns="80010" tIns="80010" rIns="80010" bIns="80010">
            <a:normAutofit fontScale="100000" lnSpcReduction="0"/>
          </a:bodyPr>
          <a:lstStyle/>
          <a:p>
            <a:pPr/>
            <a:r>
              <a:t>Presentation Subtitle</a:t>
            </a:r>
          </a:p>
          <a:p>
            <a:pPr lvl="1"/>
            <a:r>
              <a:t/>
            </a:r>
          </a:p>
          <a:p>
            <a:pPr lvl="2"/>
            <a:r>
              <a:t/>
            </a:r>
          </a:p>
          <a:p>
            <a:pPr lvl="3"/>
            <a:r>
              <a:t/>
            </a:r>
          </a:p>
          <a:p>
            <a:pPr lvl="4"/>
            <a:r>
              <a:t/>
            </a:r>
          </a:p>
        </p:txBody>
      </p:sp>
      <p:sp>
        <p:nvSpPr>
          <p:cNvPr id="4" name="Slide Number"/>
          <p:cNvSpPr txBox="1"/>
          <p:nvPr>
            <p:ph type="sldNum" sz="quarter" idx="2"/>
          </p:nvPr>
        </p:nvSpPr>
        <p:spPr>
          <a:xfrm>
            <a:off x="18809628" y="26070335"/>
            <a:ext cx="765862" cy="780085"/>
          </a:xfrm>
          <a:prstGeom prst="rect">
            <a:avLst/>
          </a:prstGeom>
          <a:ln w="12700">
            <a:miter lim="400000"/>
          </a:ln>
        </p:spPr>
        <p:txBody>
          <a:bodyPr wrap="none" lIns="80010" tIns="80010" rIns="80010" bIns="80010" anchor="b">
            <a:spAutoFit/>
          </a:bodyPr>
          <a:lstStyle>
            <a:lvl1pPr algn="ctr" defTabSz="1402080">
              <a:lnSpc>
                <a:spcPct val="100000"/>
              </a:lnSpc>
              <a:spcBef>
                <a:spcPts val="0"/>
              </a:spcBef>
              <a:defRPr sz="4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5852013" rtl="0" latinLnBrk="0">
        <a:lnSpc>
          <a:spcPct val="80000"/>
        </a:lnSpc>
        <a:spcBef>
          <a:spcPts val="0"/>
        </a:spcBef>
        <a:spcAft>
          <a:spcPts val="0"/>
        </a:spcAft>
        <a:buClrTx/>
        <a:buSzTx/>
        <a:buFontTx/>
        <a:buNone/>
        <a:tabLst/>
        <a:defRPr b="1" baseline="0" cap="none" i="0" spc="-556" strike="noStrike" sz="27800" u="none">
          <a:solidFill>
            <a:srgbClr val="000000"/>
          </a:solidFill>
          <a:uFillTx/>
          <a:latin typeface="+mn-lt"/>
          <a:ea typeface="+mn-ea"/>
          <a:cs typeface="+mn-cs"/>
          <a:sym typeface="Helvetica Neue"/>
        </a:defRPr>
      </a:lvl1pPr>
      <a:lvl2pPr marL="0" marR="0" indent="457200" algn="l" defTabSz="5852013" rtl="0" latinLnBrk="0">
        <a:lnSpc>
          <a:spcPct val="80000"/>
        </a:lnSpc>
        <a:spcBef>
          <a:spcPts val="0"/>
        </a:spcBef>
        <a:spcAft>
          <a:spcPts val="0"/>
        </a:spcAft>
        <a:buClrTx/>
        <a:buSzTx/>
        <a:buFontTx/>
        <a:buNone/>
        <a:tabLst/>
        <a:defRPr b="1" baseline="0" cap="none" i="0" spc="-556" strike="noStrike" sz="27800" u="none">
          <a:solidFill>
            <a:srgbClr val="000000"/>
          </a:solidFill>
          <a:uFillTx/>
          <a:latin typeface="+mn-lt"/>
          <a:ea typeface="+mn-ea"/>
          <a:cs typeface="+mn-cs"/>
          <a:sym typeface="Helvetica Neue"/>
        </a:defRPr>
      </a:lvl2pPr>
      <a:lvl3pPr marL="0" marR="0" indent="914400" algn="l" defTabSz="5852013" rtl="0" latinLnBrk="0">
        <a:lnSpc>
          <a:spcPct val="80000"/>
        </a:lnSpc>
        <a:spcBef>
          <a:spcPts val="0"/>
        </a:spcBef>
        <a:spcAft>
          <a:spcPts val="0"/>
        </a:spcAft>
        <a:buClrTx/>
        <a:buSzTx/>
        <a:buFontTx/>
        <a:buNone/>
        <a:tabLst/>
        <a:defRPr b="1" baseline="0" cap="none" i="0" spc="-556" strike="noStrike" sz="27800" u="none">
          <a:solidFill>
            <a:srgbClr val="000000"/>
          </a:solidFill>
          <a:uFillTx/>
          <a:latin typeface="+mn-lt"/>
          <a:ea typeface="+mn-ea"/>
          <a:cs typeface="+mn-cs"/>
          <a:sym typeface="Helvetica Neue"/>
        </a:defRPr>
      </a:lvl3pPr>
      <a:lvl4pPr marL="0" marR="0" indent="1371600" algn="l" defTabSz="5852013" rtl="0" latinLnBrk="0">
        <a:lnSpc>
          <a:spcPct val="80000"/>
        </a:lnSpc>
        <a:spcBef>
          <a:spcPts val="0"/>
        </a:spcBef>
        <a:spcAft>
          <a:spcPts val="0"/>
        </a:spcAft>
        <a:buClrTx/>
        <a:buSzTx/>
        <a:buFontTx/>
        <a:buNone/>
        <a:tabLst/>
        <a:defRPr b="1" baseline="0" cap="none" i="0" spc="-556" strike="noStrike" sz="27800" u="none">
          <a:solidFill>
            <a:srgbClr val="000000"/>
          </a:solidFill>
          <a:uFillTx/>
          <a:latin typeface="+mn-lt"/>
          <a:ea typeface="+mn-ea"/>
          <a:cs typeface="+mn-cs"/>
          <a:sym typeface="Helvetica Neue"/>
        </a:defRPr>
      </a:lvl4pPr>
      <a:lvl5pPr marL="0" marR="0" indent="1828800" algn="l" defTabSz="5852013" rtl="0" latinLnBrk="0">
        <a:lnSpc>
          <a:spcPct val="80000"/>
        </a:lnSpc>
        <a:spcBef>
          <a:spcPts val="0"/>
        </a:spcBef>
        <a:spcAft>
          <a:spcPts val="0"/>
        </a:spcAft>
        <a:buClrTx/>
        <a:buSzTx/>
        <a:buFontTx/>
        <a:buNone/>
        <a:tabLst/>
        <a:defRPr b="1" baseline="0" cap="none" i="0" spc="-556" strike="noStrike" sz="27800" u="none">
          <a:solidFill>
            <a:srgbClr val="000000"/>
          </a:solidFill>
          <a:uFillTx/>
          <a:latin typeface="+mn-lt"/>
          <a:ea typeface="+mn-ea"/>
          <a:cs typeface="+mn-cs"/>
          <a:sym typeface="Helvetica Neue"/>
        </a:defRPr>
      </a:lvl5pPr>
      <a:lvl6pPr marL="0" marR="0" indent="2286000" algn="l" defTabSz="5852013" rtl="0" latinLnBrk="0">
        <a:lnSpc>
          <a:spcPct val="80000"/>
        </a:lnSpc>
        <a:spcBef>
          <a:spcPts val="0"/>
        </a:spcBef>
        <a:spcAft>
          <a:spcPts val="0"/>
        </a:spcAft>
        <a:buClrTx/>
        <a:buSzTx/>
        <a:buFontTx/>
        <a:buNone/>
        <a:tabLst/>
        <a:defRPr b="1" baseline="0" cap="none" i="0" spc="-556" strike="noStrike" sz="27800" u="none">
          <a:solidFill>
            <a:srgbClr val="000000"/>
          </a:solidFill>
          <a:uFillTx/>
          <a:latin typeface="+mn-lt"/>
          <a:ea typeface="+mn-ea"/>
          <a:cs typeface="+mn-cs"/>
          <a:sym typeface="Helvetica Neue"/>
        </a:defRPr>
      </a:lvl6pPr>
      <a:lvl7pPr marL="0" marR="0" indent="2743200" algn="l" defTabSz="5852013" rtl="0" latinLnBrk="0">
        <a:lnSpc>
          <a:spcPct val="80000"/>
        </a:lnSpc>
        <a:spcBef>
          <a:spcPts val="0"/>
        </a:spcBef>
        <a:spcAft>
          <a:spcPts val="0"/>
        </a:spcAft>
        <a:buClrTx/>
        <a:buSzTx/>
        <a:buFontTx/>
        <a:buNone/>
        <a:tabLst/>
        <a:defRPr b="1" baseline="0" cap="none" i="0" spc="-556" strike="noStrike" sz="27800" u="none">
          <a:solidFill>
            <a:srgbClr val="000000"/>
          </a:solidFill>
          <a:uFillTx/>
          <a:latin typeface="+mn-lt"/>
          <a:ea typeface="+mn-ea"/>
          <a:cs typeface="+mn-cs"/>
          <a:sym typeface="Helvetica Neue"/>
        </a:defRPr>
      </a:lvl7pPr>
      <a:lvl8pPr marL="0" marR="0" indent="3200400" algn="l" defTabSz="5852013" rtl="0" latinLnBrk="0">
        <a:lnSpc>
          <a:spcPct val="80000"/>
        </a:lnSpc>
        <a:spcBef>
          <a:spcPts val="0"/>
        </a:spcBef>
        <a:spcAft>
          <a:spcPts val="0"/>
        </a:spcAft>
        <a:buClrTx/>
        <a:buSzTx/>
        <a:buFontTx/>
        <a:buNone/>
        <a:tabLst/>
        <a:defRPr b="1" baseline="0" cap="none" i="0" spc="-556" strike="noStrike" sz="27800" u="none">
          <a:solidFill>
            <a:srgbClr val="000000"/>
          </a:solidFill>
          <a:uFillTx/>
          <a:latin typeface="+mn-lt"/>
          <a:ea typeface="+mn-ea"/>
          <a:cs typeface="+mn-cs"/>
          <a:sym typeface="Helvetica Neue"/>
        </a:defRPr>
      </a:lvl8pPr>
      <a:lvl9pPr marL="0" marR="0" indent="3657600" algn="l" defTabSz="5852013" rtl="0" latinLnBrk="0">
        <a:lnSpc>
          <a:spcPct val="80000"/>
        </a:lnSpc>
        <a:spcBef>
          <a:spcPts val="0"/>
        </a:spcBef>
        <a:spcAft>
          <a:spcPts val="0"/>
        </a:spcAft>
        <a:buClrTx/>
        <a:buSzTx/>
        <a:buFontTx/>
        <a:buNone/>
        <a:tabLst/>
        <a:defRPr b="1" baseline="0" cap="none" i="0" spc="-556" strike="noStrike" sz="27800" u="none">
          <a:solidFill>
            <a:srgbClr val="000000"/>
          </a:solidFill>
          <a:uFillTx/>
          <a:latin typeface="+mn-lt"/>
          <a:ea typeface="+mn-ea"/>
          <a:cs typeface="+mn-cs"/>
          <a:sym typeface="Helvetica Neue"/>
        </a:defRPr>
      </a:lvl9pPr>
    </p:titleStyle>
    <p:bodyStyle>
      <a:lvl1pPr marL="0" marR="0" indent="0" algn="l" defTabSz="1981200" rtl="0" latinLnBrk="0">
        <a:lnSpc>
          <a:spcPct val="100000"/>
        </a:lnSpc>
        <a:spcBef>
          <a:spcPts val="0"/>
        </a:spcBef>
        <a:spcAft>
          <a:spcPts val="0"/>
        </a:spcAft>
        <a:buClrTx/>
        <a:buSzTx/>
        <a:buFontTx/>
        <a:buNone/>
        <a:tabLst/>
        <a:defRPr b="1" baseline="0" cap="none" i="0" spc="0" strike="noStrike" sz="13200" u="none">
          <a:solidFill>
            <a:srgbClr val="000000"/>
          </a:solidFill>
          <a:uFillTx/>
          <a:latin typeface="+mn-lt"/>
          <a:ea typeface="+mn-ea"/>
          <a:cs typeface="+mn-cs"/>
          <a:sym typeface="Helvetica Neue"/>
        </a:defRPr>
      </a:lvl1pPr>
      <a:lvl2pPr marL="0" marR="0" indent="457200" algn="l" defTabSz="1981200" rtl="0" latinLnBrk="0">
        <a:lnSpc>
          <a:spcPct val="100000"/>
        </a:lnSpc>
        <a:spcBef>
          <a:spcPts val="0"/>
        </a:spcBef>
        <a:spcAft>
          <a:spcPts val="0"/>
        </a:spcAft>
        <a:buClrTx/>
        <a:buSzTx/>
        <a:buFontTx/>
        <a:buNone/>
        <a:tabLst/>
        <a:defRPr b="1" baseline="0" cap="none" i="0" spc="0" strike="noStrike" sz="13200" u="none">
          <a:solidFill>
            <a:srgbClr val="000000"/>
          </a:solidFill>
          <a:uFillTx/>
          <a:latin typeface="+mn-lt"/>
          <a:ea typeface="+mn-ea"/>
          <a:cs typeface="+mn-cs"/>
          <a:sym typeface="Helvetica Neue"/>
        </a:defRPr>
      </a:lvl2pPr>
      <a:lvl3pPr marL="0" marR="0" indent="914400" algn="l" defTabSz="1981200" rtl="0" latinLnBrk="0">
        <a:lnSpc>
          <a:spcPct val="100000"/>
        </a:lnSpc>
        <a:spcBef>
          <a:spcPts val="0"/>
        </a:spcBef>
        <a:spcAft>
          <a:spcPts val="0"/>
        </a:spcAft>
        <a:buClrTx/>
        <a:buSzTx/>
        <a:buFontTx/>
        <a:buNone/>
        <a:tabLst/>
        <a:defRPr b="1" baseline="0" cap="none" i="0" spc="0" strike="noStrike" sz="13200" u="none">
          <a:solidFill>
            <a:srgbClr val="000000"/>
          </a:solidFill>
          <a:uFillTx/>
          <a:latin typeface="+mn-lt"/>
          <a:ea typeface="+mn-ea"/>
          <a:cs typeface="+mn-cs"/>
          <a:sym typeface="Helvetica Neue"/>
        </a:defRPr>
      </a:lvl3pPr>
      <a:lvl4pPr marL="0" marR="0" indent="1371600" algn="l" defTabSz="1981200" rtl="0" latinLnBrk="0">
        <a:lnSpc>
          <a:spcPct val="100000"/>
        </a:lnSpc>
        <a:spcBef>
          <a:spcPts val="0"/>
        </a:spcBef>
        <a:spcAft>
          <a:spcPts val="0"/>
        </a:spcAft>
        <a:buClrTx/>
        <a:buSzTx/>
        <a:buFontTx/>
        <a:buNone/>
        <a:tabLst/>
        <a:defRPr b="1" baseline="0" cap="none" i="0" spc="0" strike="noStrike" sz="13200" u="none">
          <a:solidFill>
            <a:srgbClr val="000000"/>
          </a:solidFill>
          <a:uFillTx/>
          <a:latin typeface="+mn-lt"/>
          <a:ea typeface="+mn-ea"/>
          <a:cs typeface="+mn-cs"/>
          <a:sym typeface="Helvetica Neue"/>
        </a:defRPr>
      </a:lvl4pPr>
      <a:lvl5pPr marL="0" marR="0" indent="1828800" algn="l" defTabSz="1981200" rtl="0" latinLnBrk="0">
        <a:lnSpc>
          <a:spcPct val="100000"/>
        </a:lnSpc>
        <a:spcBef>
          <a:spcPts val="0"/>
        </a:spcBef>
        <a:spcAft>
          <a:spcPts val="0"/>
        </a:spcAft>
        <a:buClrTx/>
        <a:buSzTx/>
        <a:buFontTx/>
        <a:buNone/>
        <a:tabLst/>
        <a:defRPr b="1" baseline="0" cap="none" i="0" spc="0" strike="noStrike" sz="13200" u="none">
          <a:solidFill>
            <a:srgbClr val="000000"/>
          </a:solidFill>
          <a:uFillTx/>
          <a:latin typeface="+mn-lt"/>
          <a:ea typeface="+mn-ea"/>
          <a:cs typeface="+mn-cs"/>
          <a:sym typeface="Helvetica Neue"/>
        </a:defRPr>
      </a:lvl5pPr>
      <a:lvl6pPr marL="0" marR="0" indent="2286000" algn="l" defTabSz="1981200" rtl="0" latinLnBrk="0">
        <a:lnSpc>
          <a:spcPct val="100000"/>
        </a:lnSpc>
        <a:spcBef>
          <a:spcPts val="0"/>
        </a:spcBef>
        <a:spcAft>
          <a:spcPts val="0"/>
        </a:spcAft>
        <a:buClrTx/>
        <a:buSzTx/>
        <a:buFontTx/>
        <a:buNone/>
        <a:tabLst/>
        <a:defRPr b="1" baseline="0" cap="none" i="0" spc="0" strike="noStrike" sz="13200" u="none">
          <a:solidFill>
            <a:srgbClr val="000000"/>
          </a:solidFill>
          <a:uFillTx/>
          <a:latin typeface="+mn-lt"/>
          <a:ea typeface="+mn-ea"/>
          <a:cs typeface="+mn-cs"/>
          <a:sym typeface="Helvetica Neue"/>
        </a:defRPr>
      </a:lvl6pPr>
      <a:lvl7pPr marL="0" marR="0" indent="2743200" algn="l" defTabSz="1981200" rtl="0" latinLnBrk="0">
        <a:lnSpc>
          <a:spcPct val="100000"/>
        </a:lnSpc>
        <a:spcBef>
          <a:spcPts val="0"/>
        </a:spcBef>
        <a:spcAft>
          <a:spcPts val="0"/>
        </a:spcAft>
        <a:buClrTx/>
        <a:buSzTx/>
        <a:buFontTx/>
        <a:buNone/>
        <a:tabLst/>
        <a:defRPr b="1" baseline="0" cap="none" i="0" spc="0" strike="noStrike" sz="13200" u="none">
          <a:solidFill>
            <a:srgbClr val="000000"/>
          </a:solidFill>
          <a:uFillTx/>
          <a:latin typeface="+mn-lt"/>
          <a:ea typeface="+mn-ea"/>
          <a:cs typeface="+mn-cs"/>
          <a:sym typeface="Helvetica Neue"/>
        </a:defRPr>
      </a:lvl7pPr>
      <a:lvl8pPr marL="0" marR="0" indent="3200400" algn="l" defTabSz="1981200" rtl="0" latinLnBrk="0">
        <a:lnSpc>
          <a:spcPct val="100000"/>
        </a:lnSpc>
        <a:spcBef>
          <a:spcPts val="0"/>
        </a:spcBef>
        <a:spcAft>
          <a:spcPts val="0"/>
        </a:spcAft>
        <a:buClrTx/>
        <a:buSzTx/>
        <a:buFontTx/>
        <a:buNone/>
        <a:tabLst/>
        <a:defRPr b="1" baseline="0" cap="none" i="0" spc="0" strike="noStrike" sz="13200" u="none">
          <a:solidFill>
            <a:srgbClr val="000000"/>
          </a:solidFill>
          <a:uFillTx/>
          <a:latin typeface="+mn-lt"/>
          <a:ea typeface="+mn-ea"/>
          <a:cs typeface="+mn-cs"/>
          <a:sym typeface="Helvetica Neue"/>
        </a:defRPr>
      </a:lvl8pPr>
      <a:lvl9pPr marL="0" marR="0" indent="3657600" algn="l" defTabSz="1981200" rtl="0" latinLnBrk="0">
        <a:lnSpc>
          <a:spcPct val="100000"/>
        </a:lnSpc>
        <a:spcBef>
          <a:spcPts val="0"/>
        </a:spcBef>
        <a:spcAft>
          <a:spcPts val="0"/>
        </a:spcAft>
        <a:buClrTx/>
        <a:buSzTx/>
        <a:buFontTx/>
        <a:buNone/>
        <a:tabLst/>
        <a:defRPr b="1" baseline="0" cap="none" i="0" spc="0" strike="noStrike" sz="13200" u="none">
          <a:solidFill>
            <a:srgbClr val="000000"/>
          </a:solidFill>
          <a:uFillTx/>
          <a:latin typeface="+mn-lt"/>
          <a:ea typeface="+mn-ea"/>
          <a:cs typeface="+mn-cs"/>
          <a:sym typeface="Helvetica Neue"/>
        </a:defRPr>
      </a:lvl9pPr>
    </p:bodyStyle>
    <p:otherStyle>
      <a:lvl1pPr marL="0" marR="0" indent="0" algn="ctr" defTabSz="1402080" rtl="0" latinLnBrk="0">
        <a:lnSpc>
          <a:spcPct val="100000"/>
        </a:lnSpc>
        <a:spcBef>
          <a:spcPts val="0"/>
        </a:spcBef>
        <a:spcAft>
          <a:spcPts val="0"/>
        </a:spcAft>
        <a:buClrTx/>
        <a:buSzTx/>
        <a:buFontTx/>
        <a:buNone/>
        <a:tabLst/>
        <a:defRPr b="0" baseline="0" cap="none" i="0" spc="0" strike="noStrike" sz="4200" u="none">
          <a:solidFill>
            <a:schemeClr val="tx1"/>
          </a:solidFill>
          <a:uFillTx/>
          <a:latin typeface="+mn-lt"/>
          <a:ea typeface="+mn-ea"/>
          <a:cs typeface="+mn-cs"/>
          <a:sym typeface="Helvetica Neue"/>
        </a:defRPr>
      </a:lvl1pPr>
      <a:lvl2pPr marL="0" marR="0" indent="457200" algn="ctr" defTabSz="1402080" rtl="0" latinLnBrk="0">
        <a:lnSpc>
          <a:spcPct val="100000"/>
        </a:lnSpc>
        <a:spcBef>
          <a:spcPts val="0"/>
        </a:spcBef>
        <a:spcAft>
          <a:spcPts val="0"/>
        </a:spcAft>
        <a:buClrTx/>
        <a:buSzTx/>
        <a:buFontTx/>
        <a:buNone/>
        <a:tabLst/>
        <a:defRPr b="0" baseline="0" cap="none" i="0" spc="0" strike="noStrike" sz="4200" u="none">
          <a:solidFill>
            <a:schemeClr val="tx1"/>
          </a:solidFill>
          <a:uFillTx/>
          <a:latin typeface="+mn-lt"/>
          <a:ea typeface="+mn-ea"/>
          <a:cs typeface="+mn-cs"/>
          <a:sym typeface="Helvetica Neue"/>
        </a:defRPr>
      </a:lvl2pPr>
      <a:lvl3pPr marL="0" marR="0" indent="914400" algn="ctr" defTabSz="1402080" rtl="0" latinLnBrk="0">
        <a:lnSpc>
          <a:spcPct val="100000"/>
        </a:lnSpc>
        <a:spcBef>
          <a:spcPts val="0"/>
        </a:spcBef>
        <a:spcAft>
          <a:spcPts val="0"/>
        </a:spcAft>
        <a:buClrTx/>
        <a:buSzTx/>
        <a:buFontTx/>
        <a:buNone/>
        <a:tabLst/>
        <a:defRPr b="0" baseline="0" cap="none" i="0" spc="0" strike="noStrike" sz="4200" u="none">
          <a:solidFill>
            <a:schemeClr val="tx1"/>
          </a:solidFill>
          <a:uFillTx/>
          <a:latin typeface="+mn-lt"/>
          <a:ea typeface="+mn-ea"/>
          <a:cs typeface="+mn-cs"/>
          <a:sym typeface="Helvetica Neue"/>
        </a:defRPr>
      </a:lvl3pPr>
      <a:lvl4pPr marL="0" marR="0" indent="1371600" algn="ctr" defTabSz="1402080" rtl="0" latinLnBrk="0">
        <a:lnSpc>
          <a:spcPct val="100000"/>
        </a:lnSpc>
        <a:spcBef>
          <a:spcPts val="0"/>
        </a:spcBef>
        <a:spcAft>
          <a:spcPts val="0"/>
        </a:spcAft>
        <a:buClrTx/>
        <a:buSzTx/>
        <a:buFontTx/>
        <a:buNone/>
        <a:tabLst/>
        <a:defRPr b="0" baseline="0" cap="none" i="0" spc="0" strike="noStrike" sz="4200" u="none">
          <a:solidFill>
            <a:schemeClr val="tx1"/>
          </a:solidFill>
          <a:uFillTx/>
          <a:latin typeface="+mn-lt"/>
          <a:ea typeface="+mn-ea"/>
          <a:cs typeface="+mn-cs"/>
          <a:sym typeface="Helvetica Neue"/>
        </a:defRPr>
      </a:lvl4pPr>
      <a:lvl5pPr marL="0" marR="0" indent="1828800" algn="ctr" defTabSz="1402080" rtl="0" latinLnBrk="0">
        <a:lnSpc>
          <a:spcPct val="100000"/>
        </a:lnSpc>
        <a:spcBef>
          <a:spcPts val="0"/>
        </a:spcBef>
        <a:spcAft>
          <a:spcPts val="0"/>
        </a:spcAft>
        <a:buClrTx/>
        <a:buSzTx/>
        <a:buFontTx/>
        <a:buNone/>
        <a:tabLst/>
        <a:defRPr b="0" baseline="0" cap="none" i="0" spc="0" strike="noStrike" sz="4200" u="none">
          <a:solidFill>
            <a:schemeClr val="tx1"/>
          </a:solidFill>
          <a:uFillTx/>
          <a:latin typeface="+mn-lt"/>
          <a:ea typeface="+mn-ea"/>
          <a:cs typeface="+mn-cs"/>
          <a:sym typeface="Helvetica Neue"/>
        </a:defRPr>
      </a:lvl5pPr>
      <a:lvl6pPr marL="0" marR="0" indent="2286000" algn="ctr" defTabSz="1402080" rtl="0" latinLnBrk="0">
        <a:lnSpc>
          <a:spcPct val="100000"/>
        </a:lnSpc>
        <a:spcBef>
          <a:spcPts val="0"/>
        </a:spcBef>
        <a:spcAft>
          <a:spcPts val="0"/>
        </a:spcAft>
        <a:buClrTx/>
        <a:buSzTx/>
        <a:buFontTx/>
        <a:buNone/>
        <a:tabLst/>
        <a:defRPr b="0" baseline="0" cap="none" i="0" spc="0" strike="noStrike" sz="4200" u="none">
          <a:solidFill>
            <a:schemeClr val="tx1"/>
          </a:solidFill>
          <a:uFillTx/>
          <a:latin typeface="+mn-lt"/>
          <a:ea typeface="+mn-ea"/>
          <a:cs typeface="+mn-cs"/>
          <a:sym typeface="Helvetica Neue"/>
        </a:defRPr>
      </a:lvl6pPr>
      <a:lvl7pPr marL="0" marR="0" indent="2743200" algn="ctr" defTabSz="1402080" rtl="0" latinLnBrk="0">
        <a:lnSpc>
          <a:spcPct val="100000"/>
        </a:lnSpc>
        <a:spcBef>
          <a:spcPts val="0"/>
        </a:spcBef>
        <a:spcAft>
          <a:spcPts val="0"/>
        </a:spcAft>
        <a:buClrTx/>
        <a:buSzTx/>
        <a:buFontTx/>
        <a:buNone/>
        <a:tabLst/>
        <a:defRPr b="0" baseline="0" cap="none" i="0" spc="0" strike="noStrike" sz="4200" u="none">
          <a:solidFill>
            <a:schemeClr val="tx1"/>
          </a:solidFill>
          <a:uFillTx/>
          <a:latin typeface="+mn-lt"/>
          <a:ea typeface="+mn-ea"/>
          <a:cs typeface="+mn-cs"/>
          <a:sym typeface="Helvetica Neue"/>
        </a:defRPr>
      </a:lvl7pPr>
      <a:lvl8pPr marL="0" marR="0" indent="3200400" algn="ctr" defTabSz="1402080" rtl="0" latinLnBrk="0">
        <a:lnSpc>
          <a:spcPct val="100000"/>
        </a:lnSpc>
        <a:spcBef>
          <a:spcPts val="0"/>
        </a:spcBef>
        <a:spcAft>
          <a:spcPts val="0"/>
        </a:spcAft>
        <a:buClrTx/>
        <a:buSzTx/>
        <a:buFontTx/>
        <a:buNone/>
        <a:tabLst/>
        <a:defRPr b="0" baseline="0" cap="none" i="0" spc="0" strike="noStrike" sz="4200" u="none">
          <a:solidFill>
            <a:schemeClr val="tx1"/>
          </a:solidFill>
          <a:uFillTx/>
          <a:latin typeface="+mn-lt"/>
          <a:ea typeface="+mn-ea"/>
          <a:cs typeface="+mn-cs"/>
          <a:sym typeface="Helvetica Neue"/>
        </a:defRPr>
      </a:lvl8pPr>
      <a:lvl9pPr marL="0" marR="0" indent="3657600" algn="ctr" defTabSz="1402080" rtl="0" latinLnBrk="0">
        <a:lnSpc>
          <a:spcPct val="100000"/>
        </a:lnSpc>
        <a:spcBef>
          <a:spcPts val="0"/>
        </a:spcBef>
        <a:spcAft>
          <a:spcPts val="0"/>
        </a:spcAft>
        <a:buClrTx/>
        <a:buSzTx/>
        <a:buFontTx/>
        <a:buNone/>
        <a:tabLst/>
        <a:defRPr b="0" baseline="0" cap="none" i="0" spc="0" strike="noStrike" sz="42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hyperlink" Target="https://github.com/rstudio/rmarkdown" TargetMode="External"/><Relationship Id="rId20" Type="http://schemas.openxmlformats.org/officeDocument/2006/relationships/image" Target="../media/image18.png"/><Relationship Id="rId21" Type="http://schemas.openxmlformats.org/officeDocument/2006/relationships/image" Target="../media/image19.png"/><Relationship Id="rId22" Type="http://schemas.openxmlformats.org/officeDocument/2006/relationships/hyperlink" Target="http://shinyapps.io" TargetMode="External"/><Relationship Id="rId23" Type="http://schemas.openxmlformats.org/officeDocument/2006/relationships/image" Target="../media/image20.png"/><Relationship Id="rId24" Type="http://schemas.openxmlformats.org/officeDocument/2006/relationships/image" Target="../media/image21.png"/><Relationship Id="rId25" Type="http://schemas.openxmlformats.org/officeDocument/2006/relationships/image" Target="../media/image22.png"/><Relationship Id="rId26" Type="http://schemas.openxmlformats.org/officeDocument/2006/relationships/image" Target="../media/image23.png"/><Relationship Id="rId27" Type="http://schemas.openxmlformats.org/officeDocument/2006/relationships/image" Target="../media/image24.png"/><Relationship Id="rId28" Type="http://schemas.openxmlformats.org/officeDocument/2006/relationships/image" Target="../media/image25.png"/><Relationship Id="rId29" Type="http://schemas.openxmlformats.org/officeDocument/2006/relationships/image" Target="../media/image26.png"/><Relationship Id="rId30" Type="http://schemas.openxmlformats.org/officeDocument/2006/relationships/image" Target="../media/image27.png"/><Relationship Id="rId31" Type="http://schemas.openxmlformats.org/officeDocument/2006/relationships/image" Target="../media/image28.png"/><Relationship Id="rId32" Type="http://schemas.openxmlformats.org/officeDocument/2006/relationships/image" Target="../media/image29.png"/><Relationship Id="rId33" Type="http://schemas.openxmlformats.org/officeDocument/2006/relationships/image" Target="../media/image30.png"/><Relationship Id="rId34" Type="http://schemas.openxmlformats.org/officeDocument/2006/relationships/image" Target="../media/image31.png"/><Relationship Id="rId35" Type="http://schemas.openxmlformats.org/officeDocument/2006/relationships/image" Target="../media/image32.png"/><Relationship Id="rId36" Type="http://schemas.openxmlformats.org/officeDocument/2006/relationships/hyperlink" Target="https://github.com/rstudio/bookdown" TargetMode="External"/><Relationship Id="rId37" Type="http://schemas.openxmlformats.org/officeDocument/2006/relationships/hyperlink" Target="https://yihui.org/knitr" TargetMode="External"/><Relationship Id="rId38" Type="http://schemas.openxmlformats.org/officeDocument/2006/relationships/image" Target="../media/image33.png"/><Relationship Id="rId39" Type="http://schemas.openxmlformats.org/officeDocument/2006/relationships/image" Target="../media/image34.png"/><Relationship Id="rId40" Type="http://schemas.openxmlformats.org/officeDocument/2006/relationships/image" Target="../media/image35.png"/><Relationship Id="rId41" Type="http://schemas.openxmlformats.org/officeDocument/2006/relationships/image" Target="../media/image36.png"/><Relationship Id="rId42" Type="http://schemas.openxmlformats.org/officeDocument/2006/relationships/image" Target="../media/image37.png"/><Relationship Id="rId43" Type="http://schemas.openxmlformats.org/officeDocument/2006/relationships/image" Target="../media/image38.png"/><Relationship Id="rId44" Type="http://schemas.openxmlformats.org/officeDocument/2006/relationships/hyperlink" Target="https://nishanmudalige.github.io/STA258/"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Rectangle"/>
          <p:cNvSpPr/>
          <p:nvPr/>
        </p:nvSpPr>
        <p:spPr>
          <a:xfrm>
            <a:off x="13202236" y="34231429"/>
            <a:ext cx="11601361" cy="3593566"/>
          </a:xfrm>
          <a:prstGeom prst="rect">
            <a:avLst/>
          </a:prstGeom>
          <a:solidFill>
            <a:srgbClr val="FFFFFF"/>
          </a:solidFill>
          <a:ln w="12700">
            <a:miter lim="400000"/>
          </a:ln>
        </p:spPr>
        <p:txBody>
          <a:bodyPr lIns="80010" tIns="80010" rIns="80010" bIns="80010" anchor="ctr"/>
          <a:lstStyle/>
          <a:p>
            <a:pPr algn="ctr" defTabSz="1981200">
              <a:lnSpc>
                <a:spcPct val="100000"/>
              </a:lnSpc>
              <a:spcBef>
                <a:spcPts val="0"/>
              </a:spcBef>
              <a:defRPr sz="7600">
                <a:solidFill>
                  <a:srgbClr val="FFFFFF"/>
                </a:solidFill>
                <a:latin typeface="Helvetica Neue Medium"/>
                <a:ea typeface="Helvetica Neue Medium"/>
                <a:cs typeface="Helvetica Neue Medium"/>
                <a:sym typeface="Helvetica Neue Medium"/>
              </a:defRPr>
            </a:pPr>
          </a:p>
        </p:txBody>
      </p:sp>
      <p:sp>
        <p:nvSpPr>
          <p:cNvPr id="172" name="Made with"/>
          <p:cNvSpPr/>
          <p:nvPr/>
        </p:nvSpPr>
        <p:spPr>
          <a:xfrm>
            <a:off x="23806726" y="41677874"/>
            <a:ext cx="15013998" cy="3238501"/>
          </a:xfrm>
          <a:prstGeom prst="rect">
            <a:avLst/>
          </a:prstGeom>
          <a:solidFill>
            <a:srgbClr val="EBEBEB">
              <a:alpha val="50000"/>
            </a:srgbClr>
          </a:solidFill>
          <a:ln w="12700">
            <a:miter lim="400000"/>
          </a:ln>
          <a:extLst>
            <a:ext uri="{C572A759-6A51-4108-AA02-DFA0A04FC94B}">
              <ma14:wrappingTextBoxFlag xmlns:ma14="http://schemas.microsoft.com/office/mac/drawingml/2011/main" val="1"/>
            </a:ext>
          </a:extLst>
        </p:spPr>
        <p:txBody>
          <a:bodyPr lIns="80010" tIns="80010" rIns="80010" bIns="80010"/>
          <a:lstStyle>
            <a:lvl1pPr defTabSz="1981200">
              <a:lnSpc>
                <a:spcPct val="100000"/>
              </a:lnSpc>
              <a:spcBef>
                <a:spcPts val="0"/>
              </a:spcBef>
              <a:defRPr sz="3000">
                <a:latin typeface="Helvetica Neue Medium"/>
                <a:ea typeface="Helvetica Neue Medium"/>
                <a:cs typeface="Helvetica Neue Medium"/>
                <a:sym typeface="Helvetica Neue Medium"/>
              </a:defRPr>
            </a:lvl1pPr>
          </a:lstStyle>
          <a:p>
            <a:pPr/>
            <a:r>
              <a:t>Made with</a:t>
            </a:r>
          </a:p>
        </p:txBody>
      </p:sp>
      <p:sp>
        <p:nvSpPr>
          <p:cNvPr id="173" name="Rectangle"/>
          <p:cNvSpPr/>
          <p:nvPr/>
        </p:nvSpPr>
        <p:spPr>
          <a:xfrm>
            <a:off x="29130032" y="35876631"/>
            <a:ext cx="10981287" cy="3238501"/>
          </a:xfrm>
          <a:prstGeom prst="rect">
            <a:avLst/>
          </a:prstGeom>
          <a:solidFill>
            <a:srgbClr val="FFFC79">
              <a:alpha val="25000"/>
            </a:srgbClr>
          </a:solidFill>
          <a:ln w="12700">
            <a:miter lim="400000"/>
          </a:ln>
        </p:spPr>
        <p:txBody>
          <a:bodyPr lIns="80010" tIns="80010" rIns="80010" bIns="80010" anchor="ctr"/>
          <a:lstStyle/>
          <a:p>
            <a:pPr algn="ctr" defTabSz="1981200">
              <a:lnSpc>
                <a:spcPct val="100000"/>
              </a:lnSpc>
              <a:spcBef>
                <a:spcPts val="0"/>
              </a:spcBef>
              <a:defRPr sz="7600">
                <a:solidFill>
                  <a:srgbClr val="FFFFFF"/>
                </a:solidFill>
                <a:latin typeface="Helvetica Neue Medium"/>
                <a:ea typeface="Helvetica Neue Medium"/>
                <a:cs typeface="Helvetica Neue Medium"/>
                <a:sym typeface="Helvetica Neue Medium"/>
              </a:defRPr>
            </a:pPr>
          </a:p>
        </p:txBody>
      </p:sp>
      <p:grpSp>
        <p:nvGrpSpPr>
          <p:cNvPr id="182" name="Group"/>
          <p:cNvGrpSpPr/>
          <p:nvPr/>
        </p:nvGrpSpPr>
        <p:grpSpPr>
          <a:xfrm>
            <a:off x="24124748" y="44174162"/>
            <a:ext cx="14256829" cy="541021"/>
            <a:chOff x="0" y="0"/>
            <a:chExt cx="14256826" cy="541019"/>
          </a:xfrm>
        </p:grpSpPr>
        <p:pic>
          <p:nvPicPr>
            <p:cNvPr id="174" name="pasted-movie.png" descr="pasted-movie.png"/>
            <p:cNvPicPr>
              <a:picLocks noChangeAspect="1"/>
            </p:cNvPicPr>
            <p:nvPr/>
          </p:nvPicPr>
          <p:blipFill>
            <a:blip r:embed="rId2">
              <a:extLst/>
            </a:blip>
            <a:stretch>
              <a:fillRect/>
            </a:stretch>
          </p:blipFill>
          <p:spPr>
            <a:xfrm>
              <a:off x="3929281" y="0"/>
              <a:ext cx="533002" cy="533001"/>
            </a:xfrm>
            <a:prstGeom prst="rect">
              <a:avLst/>
            </a:prstGeom>
            <a:ln w="12700" cap="flat">
              <a:noFill/>
              <a:miter lim="400000"/>
            </a:ln>
            <a:effectLst/>
          </p:spPr>
        </p:pic>
        <p:pic>
          <p:nvPicPr>
            <p:cNvPr id="175" name="pasted-movie.png" descr="pasted-movie.png"/>
            <p:cNvPicPr>
              <a:picLocks noChangeAspect="1"/>
            </p:cNvPicPr>
            <p:nvPr/>
          </p:nvPicPr>
          <p:blipFill>
            <a:blip r:embed="rId3">
              <a:extLst/>
            </a:blip>
            <a:stretch>
              <a:fillRect/>
            </a:stretch>
          </p:blipFill>
          <p:spPr>
            <a:xfrm>
              <a:off x="0" y="0"/>
              <a:ext cx="687866" cy="533001"/>
            </a:xfrm>
            <a:prstGeom prst="rect">
              <a:avLst/>
            </a:prstGeom>
            <a:ln w="12700" cap="flat">
              <a:noFill/>
              <a:miter lim="400000"/>
            </a:ln>
            <a:effectLst/>
          </p:spPr>
        </p:pic>
        <p:pic>
          <p:nvPicPr>
            <p:cNvPr id="176" name="pasted-movie.png" descr="pasted-movie.png"/>
            <p:cNvPicPr>
              <a:picLocks noChangeAspect="1"/>
            </p:cNvPicPr>
            <p:nvPr/>
          </p:nvPicPr>
          <p:blipFill>
            <a:blip r:embed="rId4">
              <a:extLst/>
            </a:blip>
            <a:stretch>
              <a:fillRect/>
            </a:stretch>
          </p:blipFill>
          <p:spPr>
            <a:xfrm>
              <a:off x="1857209" y="0"/>
              <a:ext cx="866128" cy="533001"/>
            </a:xfrm>
            <a:prstGeom prst="rect">
              <a:avLst/>
            </a:prstGeom>
            <a:ln w="12700" cap="flat">
              <a:noFill/>
              <a:miter lim="400000"/>
            </a:ln>
            <a:effectLst/>
          </p:spPr>
        </p:pic>
        <p:pic>
          <p:nvPicPr>
            <p:cNvPr id="177" name="latex-hummingbird.svg" descr="latex-hummingbird.svg"/>
            <p:cNvPicPr>
              <a:picLocks noChangeAspect="1"/>
            </p:cNvPicPr>
            <p:nvPr/>
          </p:nvPicPr>
          <p:blipFill>
            <a:blip r:embed="rId5">
              <a:extLst/>
            </a:blip>
            <a:stretch>
              <a:fillRect/>
            </a:stretch>
          </p:blipFill>
          <p:spPr>
            <a:xfrm>
              <a:off x="5744284" y="0"/>
              <a:ext cx="922981" cy="533001"/>
            </a:xfrm>
            <a:prstGeom prst="rect">
              <a:avLst/>
            </a:prstGeom>
            <a:ln w="12700" cap="flat">
              <a:noFill/>
              <a:miter lim="400000"/>
            </a:ln>
            <a:effectLst/>
          </p:spPr>
        </p:pic>
        <p:pic>
          <p:nvPicPr>
            <p:cNvPr id="178" name="pasted-movie.png" descr="pasted-movie.png"/>
            <p:cNvPicPr>
              <a:picLocks noChangeAspect="1"/>
            </p:cNvPicPr>
            <p:nvPr/>
          </p:nvPicPr>
          <p:blipFill>
            <a:blip r:embed="rId6">
              <a:extLst/>
            </a:blip>
            <a:stretch>
              <a:fillRect/>
            </a:stretch>
          </p:blipFill>
          <p:spPr>
            <a:xfrm>
              <a:off x="7867249" y="7622"/>
              <a:ext cx="533002" cy="533002"/>
            </a:xfrm>
            <a:prstGeom prst="rect">
              <a:avLst/>
            </a:prstGeom>
            <a:ln w="12700" cap="flat">
              <a:noFill/>
              <a:miter lim="400000"/>
            </a:ln>
            <a:effectLst/>
          </p:spPr>
        </p:pic>
        <p:pic>
          <p:nvPicPr>
            <p:cNvPr id="179" name="pasted-movie.png" descr="pasted-movie.png"/>
            <p:cNvPicPr>
              <a:picLocks noChangeAspect="1"/>
            </p:cNvPicPr>
            <p:nvPr/>
          </p:nvPicPr>
          <p:blipFill>
            <a:blip r:embed="rId7">
              <a:extLst/>
            </a:blip>
            <a:stretch>
              <a:fillRect/>
            </a:stretch>
          </p:blipFill>
          <p:spPr>
            <a:xfrm>
              <a:off x="11762899" y="3851"/>
              <a:ext cx="533001" cy="533002"/>
            </a:xfrm>
            <a:prstGeom prst="rect">
              <a:avLst/>
            </a:prstGeom>
            <a:ln w="12700" cap="flat">
              <a:noFill/>
              <a:miter lim="400000"/>
            </a:ln>
            <a:effectLst/>
          </p:spPr>
        </p:pic>
        <p:pic>
          <p:nvPicPr>
            <p:cNvPr id="180" name="pasted-movie.png" descr="pasted-movie.png"/>
            <p:cNvPicPr>
              <a:picLocks noChangeAspect="1"/>
            </p:cNvPicPr>
            <p:nvPr/>
          </p:nvPicPr>
          <p:blipFill>
            <a:blip r:embed="rId8">
              <a:extLst/>
            </a:blip>
            <a:stretch>
              <a:fillRect/>
            </a:stretch>
          </p:blipFill>
          <p:spPr>
            <a:xfrm>
              <a:off x="9791875" y="8019"/>
              <a:ext cx="579399" cy="533001"/>
            </a:xfrm>
            <a:prstGeom prst="rect">
              <a:avLst/>
            </a:prstGeom>
            <a:ln w="12700" cap="flat">
              <a:noFill/>
              <a:miter lim="400000"/>
            </a:ln>
            <a:effectLst/>
          </p:spPr>
        </p:pic>
        <p:pic>
          <p:nvPicPr>
            <p:cNvPr id="181" name="pasted-movie.png" descr="pasted-movie.png"/>
            <p:cNvPicPr>
              <a:picLocks noChangeAspect="1"/>
            </p:cNvPicPr>
            <p:nvPr/>
          </p:nvPicPr>
          <p:blipFill>
            <a:blip r:embed="rId9">
              <a:extLst/>
            </a:blip>
            <a:stretch>
              <a:fillRect/>
            </a:stretch>
          </p:blipFill>
          <p:spPr>
            <a:xfrm>
              <a:off x="13723825" y="0"/>
              <a:ext cx="533002" cy="533001"/>
            </a:xfrm>
            <a:prstGeom prst="rect">
              <a:avLst/>
            </a:prstGeom>
            <a:ln w="12700" cap="flat">
              <a:noFill/>
              <a:miter lim="400000"/>
            </a:ln>
            <a:effectLst/>
          </p:spPr>
        </p:pic>
      </p:grpSp>
      <p:grpSp>
        <p:nvGrpSpPr>
          <p:cNvPr id="191" name="Group"/>
          <p:cNvGrpSpPr/>
          <p:nvPr/>
        </p:nvGrpSpPr>
        <p:grpSpPr>
          <a:xfrm>
            <a:off x="24045022" y="42423894"/>
            <a:ext cx="14563655" cy="1432124"/>
            <a:chOff x="0" y="0"/>
            <a:chExt cx="14563654" cy="1432122"/>
          </a:xfrm>
        </p:grpSpPr>
        <p:pic>
          <p:nvPicPr>
            <p:cNvPr id="183" name="plotly_no_bg.svg" descr="plotly_no_bg.svg"/>
            <p:cNvPicPr>
              <a:picLocks noChangeAspect="1"/>
            </p:cNvPicPr>
            <p:nvPr/>
          </p:nvPicPr>
          <p:blipFill>
            <a:blip r:embed="rId10">
              <a:extLst/>
            </a:blip>
            <a:stretch>
              <a:fillRect/>
            </a:stretch>
          </p:blipFill>
          <p:spPr>
            <a:xfrm>
              <a:off x="7612541" y="0"/>
              <a:ext cx="1237355" cy="1432123"/>
            </a:xfrm>
            <a:prstGeom prst="rect">
              <a:avLst/>
            </a:prstGeom>
            <a:ln w="12700" cap="flat">
              <a:noFill/>
              <a:miter lim="400000"/>
            </a:ln>
            <a:effectLst/>
          </p:spPr>
        </p:pic>
        <p:pic>
          <p:nvPicPr>
            <p:cNvPr id="184" name="shiny.svg" descr="shiny.svg"/>
            <p:cNvPicPr>
              <a:picLocks noChangeAspect="1"/>
            </p:cNvPicPr>
            <p:nvPr/>
          </p:nvPicPr>
          <p:blipFill>
            <a:blip r:embed="rId11">
              <a:extLst/>
            </a:blip>
            <a:stretch>
              <a:fillRect/>
            </a:stretch>
          </p:blipFill>
          <p:spPr>
            <a:xfrm>
              <a:off x="9514227" y="0"/>
              <a:ext cx="1240255" cy="1432123"/>
            </a:xfrm>
            <a:prstGeom prst="rect">
              <a:avLst/>
            </a:prstGeom>
            <a:ln w="12700" cap="flat">
              <a:noFill/>
              <a:miter lim="400000"/>
            </a:ln>
            <a:effectLst/>
          </p:spPr>
        </p:pic>
        <p:pic>
          <p:nvPicPr>
            <p:cNvPr id="185" name="dplyr.svg" descr="dplyr.svg"/>
            <p:cNvPicPr>
              <a:picLocks noChangeAspect="1"/>
            </p:cNvPicPr>
            <p:nvPr/>
          </p:nvPicPr>
          <p:blipFill>
            <a:blip r:embed="rId12">
              <a:extLst/>
            </a:blip>
            <a:stretch>
              <a:fillRect/>
            </a:stretch>
          </p:blipFill>
          <p:spPr>
            <a:xfrm>
              <a:off x="11418813" y="0"/>
              <a:ext cx="1240256" cy="1432123"/>
            </a:xfrm>
            <a:prstGeom prst="rect">
              <a:avLst/>
            </a:prstGeom>
            <a:ln w="12700" cap="flat">
              <a:noFill/>
              <a:miter lim="400000"/>
            </a:ln>
            <a:effectLst/>
          </p:spPr>
        </p:pic>
        <p:pic>
          <p:nvPicPr>
            <p:cNvPr id="186" name="ggplot2.svg" descr="ggplot2.svg"/>
            <p:cNvPicPr>
              <a:picLocks noChangeAspect="1"/>
            </p:cNvPicPr>
            <p:nvPr/>
          </p:nvPicPr>
          <p:blipFill>
            <a:blip r:embed="rId13">
              <a:extLst/>
            </a:blip>
            <a:stretch>
              <a:fillRect/>
            </a:stretch>
          </p:blipFill>
          <p:spPr>
            <a:xfrm>
              <a:off x="5707955" y="0"/>
              <a:ext cx="1240256" cy="1432123"/>
            </a:xfrm>
            <a:prstGeom prst="rect">
              <a:avLst/>
            </a:prstGeom>
            <a:ln w="12700" cap="flat">
              <a:noFill/>
              <a:miter lim="400000"/>
            </a:ln>
            <a:effectLst/>
          </p:spPr>
        </p:pic>
        <p:pic>
          <p:nvPicPr>
            <p:cNvPr id="187" name="knitr.svg" descr="knitr.svg"/>
            <p:cNvPicPr>
              <a:picLocks noChangeAspect="1"/>
            </p:cNvPicPr>
            <p:nvPr/>
          </p:nvPicPr>
          <p:blipFill>
            <a:blip r:embed="rId14">
              <a:extLst/>
            </a:blip>
            <a:stretch>
              <a:fillRect/>
            </a:stretch>
          </p:blipFill>
          <p:spPr>
            <a:xfrm>
              <a:off x="3806271" y="0"/>
              <a:ext cx="1240256" cy="1432123"/>
            </a:xfrm>
            <a:prstGeom prst="rect">
              <a:avLst/>
            </a:prstGeom>
            <a:ln w="12700" cap="flat">
              <a:noFill/>
              <a:miter lim="400000"/>
            </a:ln>
            <a:effectLst/>
          </p:spPr>
        </p:pic>
        <p:pic>
          <p:nvPicPr>
            <p:cNvPr id="188" name="rmarkdown.svg" descr="rmarkdown.svg"/>
            <p:cNvPicPr>
              <a:picLocks noChangeAspect="1"/>
            </p:cNvPicPr>
            <p:nvPr/>
          </p:nvPicPr>
          <p:blipFill>
            <a:blip r:embed="rId15">
              <a:extLst/>
            </a:blip>
            <a:stretch>
              <a:fillRect/>
            </a:stretch>
          </p:blipFill>
          <p:spPr>
            <a:xfrm>
              <a:off x="1901685" y="0"/>
              <a:ext cx="1240256" cy="1432123"/>
            </a:xfrm>
            <a:prstGeom prst="rect">
              <a:avLst/>
            </a:prstGeom>
            <a:ln w="12700" cap="flat">
              <a:noFill/>
              <a:miter lim="400000"/>
            </a:ln>
            <a:effectLst/>
          </p:spPr>
        </p:pic>
        <p:pic>
          <p:nvPicPr>
            <p:cNvPr id="189" name="bookdown.svg" descr="bookdown.svg"/>
            <p:cNvPicPr>
              <a:picLocks noChangeAspect="1"/>
            </p:cNvPicPr>
            <p:nvPr/>
          </p:nvPicPr>
          <p:blipFill>
            <a:blip r:embed="rId16">
              <a:extLst/>
            </a:blip>
            <a:stretch>
              <a:fillRect/>
            </a:stretch>
          </p:blipFill>
          <p:spPr>
            <a:xfrm>
              <a:off x="0" y="0"/>
              <a:ext cx="1240255" cy="1432123"/>
            </a:xfrm>
            <a:prstGeom prst="rect">
              <a:avLst/>
            </a:prstGeom>
            <a:ln w="12700" cap="flat">
              <a:noFill/>
              <a:miter lim="400000"/>
            </a:ln>
            <a:effectLst/>
          </p:spPr>
        </p:pic>
        <p:pic>
          <p:nvPicPr>
            <p:cNvPr id="190" name="RStudio.svg" descr="RStudio.svg"/>
            <p:cNvPicPr>
              <a:picLocks noChangeAspect="1"/>
            </p:cNvPicPr>
            <p:nvPr/>
          </p:nvPicPr>
          <p:blipFill>
            <a:blip r:embed="rId17">
              <a:extLst/>
            </a:blip>
            <a:stretch>
              <a:fillRect/>
            </a:stretch>
          </p:blipFill>
          <p:spPr>
            <a:xfrm>
              <a:off x="13323399" y="0"/>
              <a:ext cx="1240256" cy="1432123"/>
            </a:xfrm>
            <a:prstGeom prst="rect">
              <a:avLst/>
            </a:prstGeom>
            <a:ln w="12700" cap="flat">
              <a:noFill/>
              <a:miter lim="400000"/>
            </a:ln>
            <a:effectLst/>
          </p:spPr>
        </p:pic>
      </p:grpSp>
      <p:pic>
        <p:nvPicPr>
          <p:cNvPr id="192" name="UTM-MCS-logo-removebg-preview-lowRes.png" descr="UTM-MCS-logo-removebg-preview-lowRes.png"/>
          <p:cNvPicPr>
            <a:picLocks noChangeAspect="1"/>
          </p:cNvPicPr>
          <p:nvPr/>
        </p:nvPicPr>
        <p:blipFill>
          <a:blip r:embed="rId18">
            <a:extLst/>
          </a:blip>
          <a:stretch>
            <a:fillRect/>
          </a:stretch>
        </p:blipFill>
        <p:spPr>
          <a:xfrm>
            <a:off x="16615878" y="31703047"/>
            <a:ext cx="5150718" cy="1066801"/>
          </a:xfrm>
          <a:prstGeom prst="rect">
            <a:avLst/>
          </a:prstGeom>
          <a:ln w="12700">
            <a:miter lim="400000"/>
          </a:ln>
        </p:spPr>
      </p:pic>
      <p:sp>
        <p:nvSpPr>
          <p:cNvPr id="193" name="References…"/>
          <p:cNvSpPr/>
          <p:nvPr/>
        </p:nvSpPr>
        <p:spPr>
          <a:xfrm>
            <a:off x="321137" y="29349700"/>
            <a:ext cx="10981287" cy="3416418"/>
          </a:xfrm>
          <a:prstGeom prst="rect">
            <a:avLst/>
          </a:prstGeom>
          <a:solidFill>
            <a:schemeClr val="accent4">
              <a:hueOff val="348544"/>
              <a:lumOff val="7139"/>
              <a:alpha val="43000"/>
            </a:schemeClr>
          </a:solidFill>
          <a:ln w="12700">
            <a:miter lim="400000"/>
          </a:ln>
          <a:extLst>
            <a:ext uri="{C572A759-6A51-4108-AA02-DFA0A04FC94B}">
              <ma14:wrappingTextBoxFlag xmlns:ma14="http://schemas.microsoft.com/office/mac/drawingml/2011/main" val="1"/>
            </a:ext>
          </a:extLst>
        </p:spPr>
        <p:txBody>
          <a:bodyPr lIns="80010" tIns="80010" rIns="80010" bIns="80010"/>
          <a:lstStyle/>
          <a:p>
            <a:pPr defTabSz="1981200">
              <a:lnSpc>
                <a:spcPct val="100000"/>
              </a:lnSpc>
              <a:spcBef>
                <a:spcPts val="0"/>
              </a:spcBef>
              <a:defRPr sz="3000">
                <a:latin typeface="Helvetica Neue Medium"/>
                <a:ea typeface="Helvetica Neue Medium"/>
                <a:cs typeface="Helvetica Neue Medium"/>
                <a:sym typeface="Helvetica Neue Medium"/>
              </a:defRPr>
            </a:pPr>
            <a:r>
              <a:t>References</a:t>
            </a:r>
          </a:p>
          <a:p>
            <a:pPr defTabSz="1981200">
              <a:lnSpc>
                <a:spcPct val="100000"/>
              </a:lnSpc>
              <a:spcBef>
                <a:spcPts val="0"/>
              </a:spcBef>
              <a:defRPr sz="500">
                <a:latin typeface="Helvetica Neue Medium"/>
                <a:ea typeface="Helvetica Neue Medium"/>
                <a:cs typeface="Helvetica Neue Medium"/>
                <a:sym typeface="Helvetica Neue Medium"/>
              </a:defRPr>
            </a:pPr>
          </a:p>
          <a:p>
            <a:pPr marL="370416" indent="-370416" defTabSz="12700">
              <a:lnSpc>
                <a:spcPct val="100000"/>
              </a:lnSpc>
              <a:spcBef>
                <a:spcPts val="0"/>
              </a:spcBef>
              <a:buSzPct val="100000"/>
              <a:buAutoNum type="arabicPeriod" startA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latin typeface="Aptos"/>
                <a:ea typeface="Aptos"/>
                <a:cs typeface="Aptos"/>
                <a:sym typeface="Aptos"/>
              </a:defRPr>
            </a:pPr>
            <a:r>
              <a:t>Allaire J, Xie Y, Dervieux C, McPherson J, Luraschi J, Ushey K, Atkins A, Wickham H, Cheng J, Chang W, Iannone R (2024). </a:t>
            </a:r>
            <a:r>
              <a:rPr>
                <a:latin typeface="Aptos Display Italic"/>
                <a:ea typeface="Aptos Display Italic"/>
                <a:cs typeface="Aptos Display Italic"/>
                <a:sym typeface="Aptos Display Italic"/>
              </a:rPr>
              <a:t>rmarkdown: Dynamic Documents for R</a:t>
            </a:r>
            <a:r>
              <a:t>. R package version 2.29, </a:t>
            </a:r>
            <a:r>
              <a:rPr u="sng">
                <a:hlinkClick r:id="rId19" invalidUrl="" action="" tgtFrame="" tooltip="" history="1" highlightClick="0" endSnd="0"/>
              </a:rPr>
              <a:t>https://github.com/rstudio/rmarkdown</a:t>
            </a:r>
            <a:r>
              <a:t>.</a:t>
            </a:r>
          </a:p>
          <a:p>
            <a:pPr marL="370416" indent="-370416" defTabSz="12700">
              <a:lnSpc>
                <a:spcPct val="100000"/>
              </a:lnSpc>
              <a:spcBef>
                <a:spcPts val="0"/>
              </a:spcBef>
              <a:buSzPct val="100000"/>
              <a:buAutoNum type="arabicPeriod" startA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latin typeface="Aptos"/>
                <a:ea typeface="Aptos"/>
                <a:cs typeface="Aptos"/>
                <a:sym typeface="Aptos"/>
              </a:defRPr>
            </a:pPr>
            <a:r>
              <a:t>Chang W, Cheng J, Allaire J, Sievert C, Schloerke B, Xie Y, Allen J, McPherson J, Dipert A, Borges (2025). </a:t>
            </a:r>
            <a:r>
              <a:rPr>
                <a:latin typeface="Aptos Display Italic"/>
                <a:ea typeface="Aptos Display Italic"/>
                <a:cs typeface="Aptos Display Italic"/>
                <a:sym typeface="Aptos Display Italic"/>
              </a:rPr>
              <a:t>shiny: Web Application Framework for R</a:t>
            </a:r>
            <a:r>
              <a:t>. doi:10.32614/CRAN.package.shiny.</a:t>
            </a:r>
          </a:p>
          <a:p>
            <a:pPr marL="370416" indent="-370416" defTabSz="12700">
              <a:lnSpc>
                <a:spcPct val="100000"/>
              </a:lnSpc>
              <a:spcBef>
                <a:spcPts val="0"/>
              </a:spcBef>
              <a:buSzPct val="100000"/>
              <a:buAutoNum type="arabicPeriod" startA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latin typeface="Aptos"/>
                <a:ea typeface="Aptos"/>
                <a:cs typeface="Aptos"/>
                <a:sym typeface="Aptos"/>
              </a:defRPr>
            </a:pPr>
            <a:r>
              <a:t>C. Sievert (2020). </a:t>
            </a:r>
            <a:r>
              <a:rPr>
                <a:latin typeface="Aptos Display Italic"/>
                <a:ea typeface="Aptos Display Italic"/>
                <a:cs typeface="Aptos Display Italic"/>
                <a:sym typeface="Aptos Display Italic"/>
              </a:rPr>
              <a:t>Interactive Web-Based Data Visualization with R, plotly, and shiny</a:t>
            </a:r>
            <a:r>
              <a:t>. Chapman and Hall/CRC.</a:t>
            </a:r>
          </a:p>
        </p:txBody>
      </p:sp>
      <p:sp>
        <p:nvSpPr>
          <p:cNvPr id="194" name="Rectangle"/>
          <p:cNvSpPr/>
          <p:nvPr/>
        </p:nvSpPr>
        <p:spPr>
          <a:xfrm>
            <a:off x="11162" y="2136277"/>
            <a:ext cx="38404801" cy="1217531"/>
          </a:xfrm>
          <a:prstGeom prst="rect">
            <a:avLst/>
          </a:prstGeom>
          <a:solidFill>
            <a:srgbClr val="D8D9D7">
              <a:alpha val="25000"/>
            </a:srgbClr>
          </a:solidFill>
          <a:ln w="12700">
            <a:miter lim="400000"/>
          </a:ln>
        </p:spPr>
        <p:txBody>
          <a:bodyPr lIns="50800" tIns="50800" rIns="50800" bIns="50800" anchor="ctr"/>
          <a:lstStyle/>
          <a:p>
            <a:pPr algn="ctr" defTabSz="584200">
              <a:lnSpc>
                <a:spcPct val="100000"/>
              </a:lnSpc>
              <a:spcBef>
                <a:spcPts val="0"/>
              </a:spcBef>
              <a:defRPr sz="2400">
                <a:solidFill>
                  <a:srgbClr val="FFFFFF"/>
                </a:solidFill>
                <a:latin typeface="Helvetica Light"/>
                <a:ea typeface="Helvetica Light"/>
                <a:cs typeface="Helvetica Light"/>
                <a:sym typeface="Helvetica Light"/>
              </a:defRPr>
            </a:pPr>
          </a:p>
        </p:txBody>
      </p:sp>
      <p:sp>
        <p:nvSpPr>
          <p:cNvPr id="195" name="Nurlana Alili 1, Xi (Bryan) Su 1, Nishan Mudalige 1, Masoud Ataei 1…"/>
          <p:cNvSpPr txBox="1"/>
          <p:nvPr/>
        </p:nvSpPr>
        <p:spPr>
          <a:xfrm>
            <a:off x="-19183" y="2107227"/>
            <a:ext cx="38420840" cy="1259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defTabSz="255112">
              <a:lnSpc>
                <a:spcPct val="100000"/>
              </a:lnSpc>
              <a:spcBef>
                <a:spcPts val="0"/>
              </a:spcBef>
              <a:defRPr sz="4300">
                <a:latin typeface="Aptos"/>
                <a:ea typeface="Aptos"/>
                <a:cs typeface="Aptos"/>
                <a:sym typeface="Aptos"/>
              </a:defRPr>
            </a:pPr>
            <a:r>
              <a:t>Nurlana Alili </a:t>
            </a:r>
            <a:r>
              <a:rPr baseline="31674"/>
              <a:t>1</a:t>
            </a:r>
            <a:r>
              <a:t>, Xi (Bryan) Su </a:t>
            </a:r>
            <a:r>
              <a:rPr baseline="31674"/>
              <a:t>1</a:t>
            </a:r>
            <a:r>
              <a:t>, Nishan Mudalige </a:t>
            </a:r>
            <a:r>
              <a:rPr baseline="31674"/>
              <a:t>1</a:t>
            </a:r>
            <a:r>
              <a:t>, Masoud Ataei </a:t>
            </a:r>
            <a:r>
              <a:rPr baseline="31674"/>
              <a:t>1</a:t>
            </a:r>
            <a:endParaRPr baseline="31674"/>
          </a:p>
          <a:p>
            <a:pPr algn="ctr" defTabSz="255112">
              <a:lnSpc>
                <a:spcPct val="100000"/>
              </a:lnSpc>
              <a:spcBef>
                <a:spcPts val="0"/>
              </a:spcBef>
              <a:defRPr baseline="29333" sz="300">
                <a:latin typeface="Aptos"/>
                <a:ea typeface="Aptos"/>
                <a:cs typeface="Aptos"/>
                <a:sym typeface="Aptos"/>
              </a:defRPr>
            </a:pPr>
            <a:endParaRPr baseline="27333"/>
          </a:p>
          <a:p>
            <a:pPr algn="ctr" defTabSz="255112">
              <a:lnSpc>
                <a:spcPct val="100000"/>
              </a:lnSpc>
              <a:spcBef>
                <a:spcPts val="0"/>
              </a:spcBef>
              <a:defRPr baseline="31733" sz="3000">
                <a:latin typeface="Aptos"/>
                <a:ea typeface="Aptos"/>
                <a:cs typeface="Aptos"/>
                <a:sym typeface="Aptos"/>
              </a:defRPr>
            </a:pPr>
            <a:r>
              <a:t>1  </a:t>
            </a:r>
            <a:r>
              <a:rPr baseline="0"/>
              <a:t>Department of Mathematical and Computational Sciences, University of Toronto Mississauga, Mississauga, ON L5L 1C6, Canada</a:t>
            </a:r>
          </a:p>
        </p:txBody>
      </p:sp>
      <p:sp>
        <p:nvSpPr>
          <p:cNvPr id="196" name="Line"/>
          <p:cNvSpPr/>
          <p:nvPr/>
        </p:nvSpPr>
        <p:spPr>
          <a:xfrm>
            <a:off x="3143" y="2131239"/>
            <a:ext cx="38420840" cy="1"/>
          </a:xfrm>
          <a:prstGeom prst="line">
            <a:avLst/>
          </a:prstGeom>
          <a:ln w="88900">
            <a:solidFill>
              <a:schemeClr val="accent1">
                <a:hueOff val="114395"/>
                <a:lumOff val="-24975"/>
              </a:schemeClr>
            </a:solidFill>
          </a:ln>
        </p:spPr>
        <p:txBody>
          <a:bodyPr lIns="45719" rIns="45719"/>
          <a:lstStyle/>
          <a:p>
            <a:pPr defTabSz="255112">
              <a:lnSpc>
                <a:spcPct val="100000"/>
              </a:lnSpc>
              <a:spcBef>
                <a:spcPts val="0"/>
              </a:spcBef>
              <a:defRPr sz="1000">
                <a:latin typeface="Calibri"/>
                <a:ea typeface="Calibri"/>
                <a:cs typeface="Calibri"/>
                <a:sym typeface="Calibri"/>
              </a:defRPr>
            </a:pPr>
          </a:p>
        </p:txBody>
      </p:sp>
      <p:sp>
        <p:nvSpPr>
          <p:cNvPr id="197" name="Student–Faculty Co-Creation of Open Educational Resources for Learning Applied Statistics with Open Source Software Tools"/>
          <p:cNvSpPr txBox="1"/>
          <p:nvPr/>
        </p:nvSpPr>
        <p:spPr>
          <a:xfrm>
            <a:off x="4932358" y="180768"/>
            <a:ext cx="28683534" cy="1921511"/>
          </a:xfrm>
          <a:prstGeom prst="rect">
            <a:avLst/>
          </a:prstGeom>
          <a:ln w="12700">
            <a:miter lim="400000"/>
          </a:ln>
          <a:extLst>
            <a:ext uri="{C572A759-6A51-4108-AA02-DFA0A04FC94B}">
              <ma14:wrappingTextBoxFlag xmlns:ma14="http://schemas.microsoft.com/office/mac/drawingml/2011/main" val="1"/>
            </a:ext>
          </a:extLst>
        </p:spPr>
        <p:txBody>
          <a:bodyPr lIns="80010" tIns="80010" rIns="80010" bIns="80010" anchor="ctr">
            <a:spAutoFit/>
          </a:bodyPr>
          <a:lstStyle>
            <a:lvl1pPr algn="ctr">
              <a:defRPr b="1" sz="6100">
                <a:latin typeface="Helvetica"/>
                <a:ea typeface="Helvetica"/>
                <a:cs typeface="Helvetica"/>
                <a:sym typeface="Helvetica"/>
              </a:defRPr>
            </a:lvl1pPr>
          </a:lstStyle>
          <a:p>
            <a:pPr/>
            <a:r>
              <a:t>Student–Faculty Co-Creation of Open Educational Resources for Learning Applied Statistics with Open Source Software Tools</a:t>
            </a:r>
          </a:p>
        </p:txBody>
      </p:sp>
      <p:sp>
        <p:nvSpPr>
          <p:cNvPr id="198" name="Line"/>
          <p:cNvSpPr/>
          <p:nvPr/>
        </p:nvSpPr>
        <p:spPr>
          <a:xfrm>
            <a:off x="3143" y="3347183"/>
            <a:ext cx="38420840" cy="1"/>
          </a:xfrm>
          <a:prstGeom prst="line">
            <a:avLst/>
          </a:prstGeom>
          <a:ln w="88900">
            <a:solidFill>
              <a:schemeClr val="accent1">
                <a:hueOff val="114395"/>
                <a:lumOff val="-24975"/>
              </a:schemeClr>
            </a:solidFill>
          </a:ln>
        </p:spPr>
        <p:txBody>
          <a:bodyPr lIns="45719" rIns="45719"/>
          <a:lstStyle/>
          <a:p>
            <a:pPr defTabSz="255112">
              <a:lnSpc>
                <a:spcPct val="100000"/>
              </a:lnSpc>
              <a:spcBef>
                <a:spcPts val="0"/>
              </a:spcBef>
              <a:defRPr sz="1000">
                <a:latin typeface="Calibri"/>
                <a:ea typeface="Calibri"/>
                <a:cs typeface="Calibri"/>
                <a:sym typeface="Calibri"/>
              </a:defRPr>
            </a:pPr>
          </a:p>
        </p:txBody>
      </p:sp>
      <p:pic>
        <p:nvPicPr>
          <p:cNvPr id="199" name="STA258.svg" descr="STA258.svg"/>
          <p:cNvPicPr>
            <a:picLocks noChangeAspect="1"/>
          </p:cNvPicPr>
          <p:nvPr/>
        </p:nvPicPr>
        <p:blipFill>
          <a:blip r:embed="rId20">
            <a:extLst/>
          </a:blip>
          <a:stretch>
            <a:fillRect/>
          </a:stretch>
        </p:blipFill>
        <p:spPr>
          <a:xfrm>
            <a:off x="33869836" y="207301"/>
            <a:ext cx="1524001" cy="1763890"/>
          </a:xfrm>
          <a:prstGeom prst="rect">
            <a:avLst/>
          </a:prstGeom>
          <a:ln w="12700">
            <a:miter lim="400000"/>
          </a:ln>
        </p:spPr>
      </p:pic>
      <p:pic>
        <p:nvPicPr>
          <p:cNvPr id="200" name="UTM_Stats.svg" descr="UTM_Stats.svg"/>
          <p:cNvPicPr>
            <a:picLocks noChangeAspect="1"/>
          </p:cNvPicPr>
          <p:nvPr/>
        </p:nvPicPr>
        <p:blipFill>
          <a:blip r:embed="rId21">
            <a:extLst/>
          </a:blip>
          <a:stretch>
            <a:fillRect/>
          </a:stretch>
        </p:blipFill>
        <p:spPr>
          <a:xfrm>
            <a:off x="36290271" y="207301"/>
            <a:ext cx="1524001" cy="1763890"/>
          </a:xfrm>
          <a:prstGeom prst="rect">
            <a:avLst/>
          </a:prstGeom>
          <a:ln w="12700">
            <a:miter lim="400000"/>
          </a:ln>
        </p:spPr>
      </p:pic>
      <p:graphicFrame>
        <p:nvGraphicFramePr>
          <p:cNvPr id="201" name="Table 1"/>
          <p:cNvGraphicFramePr/>
          <p:nvPr/>
        </p:nvGraphicFramePr>
        <p:xfrm>
          <a:off x="25467650" y="9474200"/>
          <a:ext cx="12677207" cy="215653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019843"/>
                <a:gridCol w="10644663"/>
              </a:tblGrid>
              <a:tr h="428766">
                <a:tc>
                  <a:txBody>
                    <a:bodyPr/>
                    <a:lstStyle/>
                    <a:p>
                      <a:pPr algn="l" defTabSz="457200">
                        <a:defRPr sz="1800"/>
                      </a:pPr>
                      <a:r>
                        <a:rPr sz="2700">
                          <a:latin typeface="Aptos"/>
                          <a:ea typeface="Aptos"/>
                          <a:cs typeface="Aptos"/>
                          <a:sym typeface="Aptos"/>
                        </a:rPr>
                        <a:t>Languages</a:t>
                      </a:r>
                    </a:p>
                  </a:txBody>
                  <a:tcPr marL="63500" marR="63500" marT="0" marB="0" anchor="ctr" anchorCtr="0" horzOverflow="overflow">
                    <a:solidFill>
                      <a:srgbClr val="73FA79">
                        <a:alpha val="34093"/>
                      </a:srgbClr>
                    </a:solidFill>
                  </a:tcPr>
                </a:tc>
                <a:tc>
                  <a:txBody>
                    <a:bodyPr/>
                    <a:lstStyle/>
                    <a:p>
                      <a:pPr algn="l" defTabSz="457200">
                        <a:defRPr sz="1800"/>
                      </a:pPr>
                      <a:r>
                        <a:rPr sz="2700">
                          <a:latin typeface="Aptos"/>
                          <a:ea typeface="Aptos"/>
                          <a:cs typeface="Aptos"/>
                          <a:sym typeface="Aptos"/>
                        </a:rPr>
                        <a:t>CSS, HTML, JavaScript, LaTeX, Markdown, R, YAML</a:t>
                      </a:r>
                    </a:p>
                  </a:txBody>
                  <a:tcPr marL="63500" marR="63500" marT="0" marB="0" anchor="ctr" anchorCtr="0" horzOverflow="overflow">
                    <a:solidFill>
                      <a:srgbClr val="73FA79">
                        <a:alpha val="34093"/>
                      </a:srgbClr>
                    </a:solidFill>
                  </a:tcPr>
                </a:tc>
              </a:tr>
              <a:tr h="428766">
                <a:tc>
                  <a:txBody>
                    <a:bodyPr/>
                    <a:lstStyle/>
                    <a:p>
                      <a:pPr algn="l" defTabSz="457200">
                        <a:defRPr sz="1800"/>
                      </a:pPr>
                      <a:r>
                        <a:rPr sz="2700">
                          <a:latin typeface="Aptos"/>
                          <a:ea typeface="Aptos"/>
                          <a:cs typeface="Aptos"/>
                          <a:sym typeface="Aptos"/>
                        </a:rPr>
                        <a:t>Frameworks</a:t>
                      </a:r>
                    </a:p>
                  </a:txBody>
                  <a:tcPr marL="63500" marR="63500" marT="0" marB="0" anchor="ctr" anchorCtr="0" horzOverflow="overflow">
                    <a:solidFill>
                      <a:srgbClr val="73FA79">
                        <a:alpha val="34093"/>
                      </a:srgbClr>
                    </a:solidFill>
                  </a:tcPr>
                </a:tc>
                <a:tc>
                  <a:txBody>
                    <a:bodyPr/>
                    <a:lstStyle/>
                    <a:p>
                      <a:pPr algn="l" defTabSz="457200">
                        <a:defRPr sz="1800"/>
                      </a:pPr>
                      <a:r>
                        <a:rPr sz="2700">
                          <a:latin typeface="Aptos"/>
                          <a:ea typeface="Aptos"/>
                          <a:cs typeface="Aptos"/>
                          <a:sym typeface="Aptos"/>
                        </a:rPr>
                        <a:t>Bookdown, R Markdown</a:t>
                      </a:r>
                    </a:p>
                  </a:txBody>
                  <a:tcPr marL="63500" marR="63500" marT="0" marB="0" anchor="ctr" anchorCtr="0" horzOverflow="overflow">
                    <a:solidFill>
                      <a:srgbClr val="73FA79">
                        <a:alpha val="34093"/>
                      </a:srgbClr>
                    </a:solidFill>
                  </a:tcPr>
                </a:tc>
              </a:tr>
              <a:tr h="428766">
                <a:tc>
                  <a:txBody>
                    <a:bodyPr/>
                    <a:lstStyle/>
                    <a:p>
                      <a:pPr algn="l" defTabSz="457200">
                        <a:defRPr sz="1800"/>
                      </a:pPr>
                      <a:r>
                        <a:rPr sz="2700">
                          <a:latin typeface="Aptos"/>
                          <a:ea typeface="Aptos"/>
                          <a:cs typeface="Aptos"/>
                          <a:sym typeface="Aptos"/>
                        </a:rPr>
                        <a:t>R packages</a:t>
                      </a:r>
                    </a:p>
                  </a:txBody>
                  <a:tcPr marL="63500" marR="63500" marT="0" marB="0" anchor="ctr" anchorCtr="0" horzOverflow="overflow">
                    <a:solidFill>
                      <a:srgbClr val="73FA79">
                        <a:alpha val="34093"/>
                      </a:srgbClr>
                    </a:solidFill>
                  </a:tcPr>
                </a:tc>
                <a:tc>
                  <a:txBody>
                    <a:bodyPr/>
                    <a:lstStyle/>
                    <a:p>
                      <a:pPr algn="l" defTabSz="457200">
                        <a:defRPr sz="1800"/>
                      </a:pPr>
                      <a:r>
                        <a:rPr sz="2700">
                          <a:latin typeface="Courier New"/>
                          <a:ea typeface="Courier New"/>
                          <a:cs typeface="Courier New"/>
                          <a:sym typeface="Courier New"/>
                        </a:rPr>
                        <a:t>bookdown, dplyr, ggplot2, knitr, plotly, rgl, Shiny</a:t>
                      </a:r>
                    </a:p>
                  </a:txBody>
                  <a:tcPr marL="63500" marR="63500" marT="0" marB="0" anchor="ctr" anchorCtr="0" horzOverflow="overflow">
                    <a:solidFill>
                      <a:srgbClr val="73FA79">
                        <a:alpha val="34093"/>
                      </a:srgbClr>
                    </a:solidFill>
                  </a:tcPr>
                </a:tc>
              </a:tr>
              <a:tr h="428766">
                <a:tc>
                  <a:txBody>
                    <a:bodyPr/>
                    <a:lstStyle/>
                    <a:p>
                      <a:pPr algn="l" defTabSz="457200">
                        <a:defRPr sz="1800"/>
                      </a:pPr>
                      <a:r>
                        <a:rPr sz="2700">
                          <a:latin typeface="Aptos"/>
                          <a:ea typeface="Aptos"/>
                          <a:cs typeface="Aptos"/>
                          <a:sym typeface="Aptos"/>
                        </a:rPr>
                        <a:t>Version Control</a:t>
                      </a:r>
                    </a:p>
                  </a:txBody>
                  <a:tcPr marL="63500" marR="63500" marT="0" marB="0" anchor="ctr" anchorCtr="0" horzOverflow="overflow">
                    <a:solidFill>
                      <a:srgbClr val="73FA79">
                        <a:alpha val="34093"/>
                      </a:srgbClr>
                    </a:solidFill>
                  </a:tcPr>
                </a:tc>
                <a:tc>
                  <a:txBody>
                    <a:bodyPr/>
                    <a:lstStyle/>
                    <a:p>
                      <a:pPr algn="l" defTabSz="457200">
                        <a:defRPr sz="1800"/>
                      </a:pPr>
                      <a:r>
                        <a:rPr sz="2700">
                          <a:latin typeface="Aptos"/>
                          <a:ea typeface="Aptos"/>
                          <a:cs typeface="Aptos"/>
                          <a:sym typeface="Aptos"/>
                        </a:rPr>
                        <a:t>Git (with GitHub)</a:t>
                      </a:r>
                    </a:p>
                  </a:txBody>
                  <a:tcPr marL="63500" marR="63500" marT="0" marB="0" anchor="ctr" anchorCtr="0" horzOverflow="overflow">
                    <a:solidFill>
                      <a:srgbClr val="73FA79">
                        <a:alpha val="34093"/>
                      </a:srgbClr>
                    </a:solidFill>
                  </a:tcPr>
                </a:tc>
              </a:tr>
              <a:tr h="428766">
                <a:tc>
                  <a:txBody>
                    <a:bodyPr/>
                    <a:lstStyle/>
                    <a:p>
                      <a:pPr algn="l" defTabSz="457200">
                        <a:defRPr sz="1800"/>
                      </a:pPr>
                      <a:r>
                        <a:rPr sz="2700">
                          <a:latin typeface="Aptos"/>
                          <a:ea typeface="Aptos"/>
                          <a:cs typeface="Aptos"/>
                          <a:sym typeface="Aptos"/>
                        </a:rPr>
                        <a:t>Deployment</a:t>
                      </a:r>
                    </a:p>
                  </a:txBody>
                  <a:tcPr marL="63500" marR="63500" marT="0" marB="0" anchor="ctr" anchorCtr="0" horzOverflow="overflow">
                    <a:solidFill>
                      <a:srgbClr val="73FA79">
                        <a:alpha val="34093"/>
                      </a:srgbClr>
                    </a:solidFill>
                  </a:tcPr>
                </a:tc>
                <a:tc>
                  <a:txBody>
                    <a:bodyPr/>
                    <a:lstStyle/>
                    <a:p>
                      <a:pPr algn="l" defTabSz="457200">
                        <a:defRPr sz="2700">
                          <a:latin typeface="Aptos"/>
                          <a:ea typeface="Aptos"/>
                          <a:cs typeface="Aptos"/>
                          <a:sym typeface="Aptos"/>
                        </a:defRPr>
                      </a:pPr>
                      <a:r>
                        <a:t>GitHub Pages, </a:t>
                      </a:r>
                      <a:r>
                        <a:rPr u="sng">
                          <a:hlinkClick r:id="rId22" invalidUrl="" action="" tgtFrame="" tooltip="" history="1" highlightClick="0" endSnd="0"/>
                        </a:rPr>
                        <a:t>shinyapps.io</a:t>
                      </a:r>
                      <a:r>
                        <a:t> </a:t>
                      </a:r>
                    </a:p>
                  </a:txBody>
                  <a:tcPr marL="63500" marR="63500" marT="0" marB="0" anchor="ctr" anchorCtr="0" horzOverflow="overflow">
                    <a:solidFill>
                      <a:srgbClr val="73FA79">
                        <a:alpha val="34093"/>
                      </a:srgbClr>
                    </a:solidFill>
                  </a:tcPr>
                </a:tc>
              </a:tr>
            </a:tbl>
          </a:graphicData>
        </a:graphic>
      </p:graphicFrame>
      <p:pic>
        <p:nvPicPr>
          <p:cNvPr id="202" name="interactive_shiny_corr_neg.png" descr="interactive_shiny_corr_neg.png"/>
          <p:cNvPicPr>
            <a:picLocks noChangeAspect="1"/>
          </p:cNvPicPr>
          <p:nvPr/>
        </p:nvPicPr>
        <p:blipFill>
          <a:blip r:embed="rId23">
            <a:extLst/>
          </a:blip>
          <a:stretch>
            <a:fillRect/>
          </a:stretch>
        </p:blipFill>
        <p:spPr>
          <a:xfrm>
            <a:off x="10019994" y="19181095"/>
            <a:ext cx="5692349" cy="6350001"/>
          </a:xfrm>
          <a:prstGeom prst="rect">
            <a:avLst/>
          </a:prstGeom>
          <a:ln w="12700">
            <a:miter lim="400000"/>
          </a:ln>
        </p:spPr>
      </p:pic>
      <p:pic>
        <p:nvPicPr>
          <p:cNvPr id="203" name="interactive_shiny_corr_pos.png" descr="interactive_shiny_corr_pos.png"/>
          <p:cNvPicPr>
            <a:picLocks noChangeAspect="1"/>
          </p:cNvPicPr>
          <p:nvPr/>
        </p:nvPicPr>
        <p:blipFill>
          <a:blip r:embed="rId24">
            <a:extLst/>
          </a:blip>
          <a:stretch>
            <a:fillRect/>
          </a:stretch>
        </p:blipFill>
        <p:spPr>
          <a:xfrm>
            <a:off x="21468694" y="19181095"/>
            <a:ext cx="5692348" cy="6350001"/>
          </a:xfrm>
          <a:prstGeom prst="rect">
            <a:avLst/>
          </a:prstGeom>
          <a:ln w="12700">
            <a:miter lim="400000"/>
          </a:ln>
        </p:spPr>
      </p:pic>
      <p:pic>
        <p:nvPicPr>
          <p:cNvPr id="204" name="interactive_shiny_corr_0_no_line.png" descr="interactive_shiny_corr_0_no_line.png"/>
          <p:cNvPicPr>
            <a:picLocks noChangeAspect="1"/>
          </p:cNvPicPr>
          <p:nvPr/>
        </p:nvPicPr>
        <p:blipFill>
          <a:blip r:embed="rId25">
            <a:extLst/>
          </a:blip>
          <a:stretch>
            <a:fillRect/>
          </a:stretch>
        </p:blipFill>
        <p:spPr>
          <a:xfrm>
            <a:off x="15759016" y="19177342"/>
            <a:ext cx="5692348" cy="6350001"/>
          </a:xfrm>
          <a:prstGeom prst="rect">
            <a:avLst/>
          </a:prstGeom>
          <a:ln w="12700">
            <a:miter lim="400000"/>
          </a:ln>
        </p:spPr>
      </p:pic>
      <p:pic>
        <p:nvPicPr>
          <p:cNvPr id="205" name="interactive_hist_shiny_1.png" descr="interactive_hist_shiny_1.png"/>
          <p:cNvPicPr>
            <a:picLocks noChangeAspect="1"/>
          </p:cNvPicPr>
          <p:nvPr/>
        </p:nvPicPr>
        <p:blipFill>
          <a:blip r:embed="rId26">
            <a:extLst/>
          </a:blip>
          <a:stretch>
            <a:fillRect/>
          </a:stretch>
        </p:blipFill>
        <p:spPr>
          <a:xfrm>
            <a:off x="25584407" y="12140956"/>
            <a:ext cx="6060079" cy="6350001"/>
          </a:xfrm>
          <a:prstGeom prst="rect">
            <a:avLst/>
          </a:prstGeom>
          <a:ln w="12700">
            <a:miter lim="400000"/>
          </a:ln>
        </p:spPr>
      </p:pic>
      <p:pic>
        <p:nvPicPr>
          <p:cNvPr id="206" name="interactive_hist_shiny_4.png" descr="interactive_hist_shiny_4.png"/>
          <p:cNvPicPr>
            <a:picLocks noChangeAspect="1"/>
          </p:cNvPicPr>
          <p:nvPr/>
        </p:nvPicPr>
        <p:blipFill>
          <a:blip r:embed="rId27">
            <a:extLst/>
          </a:blip>
          <a:stretch>
            <a:fillRect/>
          </a:stretch>
        </p:blipFill>
        <p:spPr>
          <a:xfrm>
            <a:off x="31955323" y="12146263"/>
            <a:ext cx="6060079" cy="6350001"/>
          </a:xfrm>
          <a:prstGeom prst="rect">
            <a:avLst/>
          </a:prstGeom>
          <a:ln w="12700">
            <a:miter lim="400000"/>
          </a:ln>
        </p:spPr>
      </p:pic>
      <p:pic>
        <p:nvPicPr>
          <p:cNvPr id="207" name="r_exercise.png" descr="r_exercise.png"/>
          <p:cNvPicPr>
            <a:picLocks noChangeAspect="1"/>
          </p:cNvPicPr>
          <p:nvPr/>
        </p:nvPicPr>
        <p:blipFill>
          <a:blip r:embed="rId28">
            <a:extLst/>
          </a:blip>
          <a:stretch>
            <a:fillRect/>
          </a:stretch>
        </p:blipFill>
        <p:spPr>
          <a:xfrm>
            <a:off x="31926984" y="19387782"/>
            <a:ext cx="6247919" cy="6015682"/>
          </a:xfrm>
          <a:prstGeom prst="rect">
            <a:avLst/>
          </a:prstGeom>
          <a:ln w="12700">
            <a:miter lim="400000"/>
          </a:ln>
        </p:spPr>
      </p:pic>
      <p:pic>
        <p:nvPicPr>
          <p:cNvPr id="208" name="ggplot_CI.png" descr="ggplot_CI.png"/>
          <p:cNvPicPr>
            <a:picLocks noChangeAspect="1"/>
          </p:cNvPicPr>
          <p:nvPr/>
        </p:nvPicPr>
        <p:blipFill>
          <a:blip r:embed="rId29">
            <a:extLst/>
          </a:blip>
          <a:stretch>
            <a:fillRect/>
          </a:stretch>
        </p:blipFill>
        <p:spPr>
          <a:xfrm>
            <a:off x="5216151" y="19181095"/>
            <a:ext cx="4347635" cy="3175001"/>
          </a:xfrm>
          <a:prstGeom prst="rect">
            <a:avLst/>
          </a:prstGeom>
          <a:ln w="12700">
            <a:miter lim="400000"/>
          </a:ln>
        </p:spPr>
      </p:pic>
      <p:pic>
        <p:nvPicPr>
          <p:cNvPr id="209" name="landing_macbook_size_edit.png" descr="landing_macbook_size_edit.png"/>
          <p:cNvPicPr>
            <a:picLocks noChangeAspect="1"/>
          </p:cNvPicPr>
          <p:nvPr/>
        </p:nvPicPr>
        <p:blipFill>
          <a:blip r:embed="rId30">
            <a:extLst/>
          </a:blip>
          <a:stretch>
            <a:fillRect/>
          </a:stretch>
        </p:blipFill>
        <p:spPr>
          <a:xfrm>
            <a:off x="13463874" y="8089900"/>
            <a:ext cx="11620501" cy="6897548"/>
          </a:xfrm>
          <a:prstGeom prst="rect">
            <a:avLst/>
          </a:prstGeom>
          <a:ln w="12700">
            <a:miter lim="400000"/>
          </a:ln>
        </p:spPr>
      </p:pic>
      <p:sp>
        <p:nvSpPr>
          <p:cNvPr id="210" name="Rectangle"/>
          <p:cNvSpPr/>
          <p:nvPr/>
        </p:nvSpPr>
        <p:spPr>
          <a:xfrm>
            <a:off x="11680729" y="26115984"/>
            <a:ext cx="15021016" cy="3031770"/>
          </a:xfrm>
          <a:prstGeom prst="rect">
            <a:avLst/>
          </a:prstGeom>
          <a:ln w="88900">
            <a:solidFill>
              <a:srgbClr val="562A7B">
                <a:alpha val="50000"/>
              </a:srgbClr>
            </a:solidFill>
            <a:miter lim="400000"/>
          </a:ln>
        </p:spPr>
        <p:txBody>
          <a:bodyPr lIns="80010" tIns="80010" rIns="80010" bIns="80010" anchor="ctr"/>
          <a:lstStyle/>
          <a:p>
            <a:pPr algn="ctr" defTabSz="1981200">
              <a:lnSpc>
                <a:spcPct val="100000"/>
              </a:lnSpc>
              <a:spcBef>
                <a:spcPts val="0"/>
              </a:spcBef>
              <a:defRPr sz="7600">
                <a:solidFill>
                  <a:srgbClr val="FFFFFF"/>
                </a:solidFill>
                <a:latin typeface="Helvetica Neue Medium"/>
                <a:ea typeface="Helvetica Neue Medium"/>
                <a:cs typeface="Helvetica Neue Medium"/>
                <a:sym typeface="Helvetica Neue Medium"/>
              </a:defRPr>
            </a:pPr>
          </a:p>
        </p:txBody>
      </p:sp>
      <p:pic>
        <p:nvPicPr>
          <p:cNvPr id="211" name="utm-logo.svg" descr="utm-logo.svg"/>
          <p:cNvPicPr>
            <a:picLocks noChangeAspect="1"/>
          </p:cNvPicPr>
          <p:nvPr/>
        </p:nvPicPr>
        <p:blipFill>
          <a:blip r:embed="rId31">
            <a:extLst/>
          </a:blip>
          <a:stretch>
            <a:fillRect/>
          </a:stretch>
        </p:blipFill>
        <p:spPr>
          <a:xfrm>
            <a:off x="960493" y="216125"/>
            <a:ext cx="3857327" cy="1684422"/>
          </a:xfrm>
          <a:prstGeom prst="rect">
            <a:avLst/>
          </a:prstGeom>
          <a:ln w="12700">
            <a:miter lim="400000"/>
          </a:ln>
        </p:spPr>
      </p:pic>
      <p:sp>
        <p:nvSpPr>
          <p:cNvPr id="212" name="Roadmap for STA258 Course Redevelopment (Future work)"/>
          <p:cNvSpPr txBox="1"/>
          <p:nvPr/>
        </p:nvSpPr>
        <p:spPr>
          <a:xfrm>
            <a:off x="11719167" y="26082551"/>
            <a:ext cx="10981287" cy="642621"/>
          </a:xfrm>
          <a:prstGeom prst="rect">
            <a:avLst/>
          </a:prstGeom>
          <a:ln w="12700">
            <a:miter lim="400000"/>
          </a:ln>
          <a:extLst>
            <a:ext uri="{C572A759-6A51-4108-AA02-DFA0A04FC94B}">
              <ma14:wrappingTextBoxFlag xmlns:ma14="http://schemas.microsoft.com/office/mac/drawingml/2011/main" val="1"/>
            </a:ext>
          </a:extLst>
        </p:spPr>
        <p:txBody>
          <a:bodyPr lIns="80010" tIns="80010" rIns="80010" bIns="80010" anchor="ctr">
            <a:spAutoFit/>
          </a:bodyPr>
          <a:lstStyle>
            <a:lvl1pPr>
              <a:defRPr sz="3100">
                <a:latin typeface="Aptos"/>
                <a:ea typeface="Aptos"/>
                <a:cs typeface="Aptos"/>
                <a:sym typeface="Aptos"/>
              </a:defRPr>
            </a:lvl1pPr>
          </a:lstStyle>
          <a:p>
            <a:pPr/>
            <a:r>
              <a:t> Roadmap for STA258 Course Redevelopment (Future work)</a:t>
            </a:r>
          </a:p>
        </p:txBody>
      </p:sp>
      <p:sp>
        <p:nvSpPr>
          <p:cNvPr id="213" name="Figure 1: Landing page of the e-book. The hex sticker is an rgl object. The table of contents is on the left pane. The menu bar at the top contain accessibility options, has a search feature and can hide the table of contents (Also see Figure 6)."/>
          <p:cNvSpPr txBox="1"/>
          <p:nvPr/>
        </p:nvSpPr>
        <p:spPr>
          <a:xfrm>
            <a:off x="13473445" y="14932835"/>
            <a:ext cx="11601361" cy="955181"/>
          </a:xfrm>
          <a:prstGeom prst="rect">
            <a:avLst/>
          </a:prstGeom>
          <a:ln w="12700">
            <a:miter lim="400000"/>
          </a:ln>
          <a:extLst>
            <a:ext uri="{C572A759-6A51-4108-AA02-DFA0A04FC94B}">
              <ma14:wrappingTextBoxFlag xmlns:ma14="http://schemas.microsoft.com/office/mac/drawingml/2011/main" val="1"/>
            </a:ext>
          </a:extLst>
        </p:spPr>
        <p:txBody>
          <a:bodyPr lIns="80010" tIns="80010" rIns="80010" bIns="80010" anchor="ctr">
            <a:spAutoFit/>
          </a:bodyPr>
          <a:lstStyle/>
          <a:p>
            <a:pPr>
              <a:defRPr sz="1800"/>
            </a:pPr>
            <a:r>
              <a:t>Figure 1: Landing page of the e-book. The hex sticker is an </a:t>
            </a:r>
            <a:r>
              <a:rPr>
                <a:latin typeface="Courier New"/>
                <a:ea typeface="Courier New"/>
                <a:cs typeface="Courier New"/>
                <a:sym typeface="Courier New"/>
              </a:rPr>
              <a:t>rgl</a:t>
            </a:r>
            <a:r>
              <a:t> object. The table of contents is on the left pane. The menu bar at the top contain accessibility options, has a search feature and can hide the table of contents (Also see Figure 6).</a:t>
            </a:r>
          </a:p>
        </p:txBody>
      </p:sp>
      <p:sp>
        <p:nvSpPr>
          <p:cNvPr id="214" name="Table 1: Summary of languages, packages, frameworks, and other tools used do develop the e-book."/>
          <p:cNvSpPr txBox="1"/>
          <p:nvPr/>
        </p:nvSpPr>
        <p:spPr>
          <a:xfrm>
            <a:off x="25461413" y="11556999"/>
            <a:ext cx="12738773" cy="433020"/>
          </a:xfrm>
          <a:prstGeom prst="rect">
            <a:avLst/>
          </a:prstGeom>
          <a:ln w="12700">
            <a:miter lim="400000"/>
          </a:ln>
          <a:extLst>
            <a:ext uri="{C572A759-6A51-4108-AA02-DFA0A04FC94B}">
              <ma14:wrappingTextBoxFlag xmlns:ma14="http://schemas.microsoft.com/office/mac/drawingml/2011/main" val="1"/>
            </a:ext>
          </a:extLst>
        </p:spPr>
        <p:txBody>
          <a:bodyPr lIns="80010" tIns="80010" rIns="80010" bIns="80010" anchor="ctr">
            <a:spAutoFit/>
          </a:bodyPr>
          <a:lstStyle>
            <a:lvl1pPr algn="ctr">
              <a:defRPr sz="1800"/>
            </a:lvl1pPr>
          </a:lstStyle>
          <a:p>
            <a:pPr/>
            <a:r>
              <a:t>Table 1: Summary of languages, packages, frameworks, and other tools used do develop the e-book.</a:t>
            </a:r>
          </a:p>
        </p:txBody>
      </p:sp>
      <p:sp>
        <p:nvSpPr>
          <p:cNvPr id="215" name="Check Mark"/>
          <p:cNvSpPr/>
          <p:nvPr/>
        </p:nvSpPr>
        <p:spPr>
          <a:xfrm>
            <a:off x="12575547" y="26674579"/>
            <a:ext cx="909861" cy="698501"/>
          </a:xfrm>
          <a:custGeom>
            <a:avLst/>
            <a:gdLst/>
            <a:ahLst/>
            <a:cxnLst>
              <a:cxn ang="0">
                <a:pos x="wd2" y="hd2"/>
              </a:cxn>
              <a:cxn ang="5400000">
                <a:pos x="wd2" y="hd2"/>
              </a:cxn>
              <a:cxn ang="10800000">
                <a:pos x="wd2" y="hd2"/>
              </a:cxn>
              <a:cxn ang="16200000">
                <a:pos x="wd2" y="hd2"/>
              </a:cxn>
            </a:cxnLst>
            <a:rect l="0" t="0" r="r" b="b"/>
            <a:pathLst>
              <a:path w="21576" h="21585" fill="norm" stroke="1" extrusionOk="0">
                <a:moveTo>
                  <a:pt x="19124" y="0"/>
                </a:moveTo>
                <a:cubicBezTo>
                  <a:pt x="19093" y="0"/>
                  <a:pt x="19062" y="15"/>
                  <a:pt x="19038" y="46"/>
                </a:cubicBezTo>
                <a:lnTo>
                  <a:pt x="7550" y="15019"/>
                </a:lnTo>
                <a:cubicBezTo>
                  <a:pt x="7502" y="15081"/>
                  <a:pt x="7426" y="15081"/>
                  <a:pt x="7379" y="15019"/>
                </a:cubicBezTo>
                <a:lnTo>
                  <a:pt x="2536" y="8708"/>
                </a:lnTo>
                <a:cubicBezTo>
                  <a:pt x="2489" y="8646"/>
                  <a:pt x="2413" y="8646"/>
                  <a:pt x="2365" y="8708"/>
                </a:cubicBezTo>
                <a:lnTo>
                  <a:pt x="35" y="11744"/>
                </a:lnTo>
                <a:cubicBezTo>
                  <a:pt x="-12" y="11806"/>
                  <a:pt x="-12" y="11907"/>
                  <a:pt x="35" y="11969"/>
                </a:cubicBezTo>
                <a:lnTo>
                  <a:pt x="4963" y="18390"/>
                </a:lnTo>
                <a:lnTo>
                  <a:pt x="6654" y="20594"/>
                </a:lnTo>
                <a:lnTo>
                  <a:pt x="7379" y="21538"/>
                </a:lnTo>
                <a:cubicBezTo>
                  <a:pt x="7426" y="21600"/>
                  <a:pt x="7502" y="21600"/>
                  <a:pt x="7550" y="21538"/>
                </a:cubicBezTo>
                <a:lnTo>
                  <a:pt x="21541" y="3307"/>
                </a:lnTo>
                <a:cubicBezTo>
                  <a:pt x="21588" y="3245"/>
                  <a:pt x="21588" y="3146"/>
                  <a:pt x="21541" y="3085"/>
                </a:cubicBezTo>
                <a:lnTo>
                  <a:pt x="19211" y="48"/>
                </a:lnTo>
                <a:cubicBezTo>
                  <a:pt x="19186" y="17"/>
                  <a:pt x="19156" y="0"/>
                  <a:pt x="19124" y="0"/>
                </a:cubicBezTo>
                <a:close/>
              </a:path>
            </a:pathLst>
          </a:custGeom>
          <a:solidFill>
            <a:srgbClr val="51B2A0"/>
          </a:solidFill>
          <a:ln w="12700">
            <a:miter lim="400000"/>
          </a:ln>
        </p:spPr>
        <p:txBody>
          <a:bodyPr lIns="80010" tIns="80010" rIns="80010" bIns="80010" anchor="ctr"/>
          <a:lstStyle/>
          <a:p>
            <a:pPr algn="ctr" defTabSz="1981200">
              <a:lnSpc>
                <a:spcPct val="100000"/>
              </a:lnSpc>
              <a:spcBef>
                <a:spcPts val="0"/>
              </a:spcBef>
              <a:defRPr sz="7600">
                <a:latin typeface="Helvetica Neue Medium"/>
                <a:ea typeface="Helvetica Neue Medium"/>
                <a:cs typeface="Helvetica Neue Medium"/>
                <a:sym typeface="Helvetica Neue Medium"/>
              </a:defRPr>
            </a:pPr>
          </a:p>
        </p:txBody>
      </p:sp>
      <p:sp>
        <p:nvSpPr>
          <p:cNvPr id="216" name="Figure 6: Accessibility and search features."/>
          <p:cNvSpPr txBox="1"/>
          <p:nvPr/>
        </p:nvSpPr>
        <p:spPr>
          <a:xfrm>
            <a:off x="27239701" y="25577799"/>
            <a:ext cx="4611905" cy="433020"/>
          </a:xfrm>
          <a:prstGeom prst="rect">
            <a:avLst/>
          </a:prstGeom>
          <a:ln w="12700">
            <a:miter lim="400000"/>
          </a:ln>
          <a:extLst>
            <a:ext uri="{C572A759-6A51-4108-AA02-DFA0A04FC94B}">
              <ma14:wrappingTextBoxFlag xmlns:ma14="http://schemas.microsoft.com/office/mac/drawingml/2011/main" val="1"/>
            </a:ext>
          </a:extLst>
        </p:spPr>
        <p:txBody>
          <a:bodyPr lIns="80010" tIns="80010" rIns="80010" bIns="80010" anchor="ctr">
            <a:spAutoFit/>
          </a:bodyPr>
          <a:lstStyle>
            <a:lvl1pPr algn="ctr">
              <a:defRPr sz="1800"/>
            </a:lvl1pPr>
          </a:lstStyle>
          <a:p>
            <a:pPr/>
            <a:r>
              <a:t>Figure 6: Accessibility and search features.</a:t>
            </a:r>
          </a:p>
        </p:txBody>
      </p:sp>
      <p:pic>
        <p:nvPicPr>
          <p:cNvPr id="217" name="example_screen_sec_4_crop.png" descr="example_screen_sec_4_crop.png"/>
          <p:cNvPicPr>
            <a:picLocks noChangeAspect="1"/>
          </p:cNvPicPr>
          <p:nvPr/>
        </p:nvPicPr>
        <p:blipFill>
          <a:blip r:embed="rId32">
            <a:extLst/>
          </a:blip>
          <a:stretch>
            <a:fillRect/>
          </a:stretch>
        </p:blipFill>
        <p:spPr>
          <a:xfrm>
            <a:off x="609600" y="12141200"/>
            <a:ext cx="5835136" cy="6350000"/>
          </a:xfrm>
          <a:prstGeom prst="rect">
            <a:avLst/>
          </a:prstGeom>
          <a:ln w="12700">
            <a:miter lim="400000"/>
          </a:ln>
        </p:spPr>
      </p:pic>
      <p:sp>
        <p:nvSpPr>
          <p:cNvPr id="218" name="Figure 2: Examples of text content, including math statements and customized environments."/>
          <p:cNvSpPr txBox="1"/>
          <p:nvPr/>
        </p:nvSpPr>
        <p:spPr>
          <a:xfrm>
            <a:off x="1841658" y="18529299"/>
            <a:ext cx="9700768" cy="433020"/>
          </a:xfrm>
          <a:prstGeom prst="rect">
            <a:avLst/>
          </a:prstGeom>
          <a:ln w="12700">
            <a:miter lim="400000"/>
          </a:ln>
          <a:extLst>
            <a:ext uri="{C572A759-6A51-4108-AA02-DFA0A04FC94B}">
              <ma14:wrappingTextBoxFlag xmlns:ma14="http://schemas.microsoft.com/office/mac/drawingml/2011/main" val="1"/>
            </a:ext>
          </a:extLst>
        </p:spPr>
        <p:txBody>
          <a:bodyPr lIns="80010" tIns="80010" rIns="80010" bIns="80010" anchor="ctr">
            <a:spAutoFit/>
          </a:bodyPr>
          <a:lstStyle>
            <a:lvl1pPr algn="ctr">
              <a:defRPr sz="1800"/>
            </a:lvl1pPr>
          </a:lstStyle>
          <a:p>
            <a:pPr/>
            <a:r>
              <a:t>Figure 2: Examples of text content, including math statements and customized environments.</a:t>
            </a:r>
          </a:p>
        </p:txBody>
      </p:sp>
      <p:sp>
        <p:nvSpPr>
          <p:cNvPr id="219" name="Figure 7: Examples of a code block and exercise with R."/>
          <p:cNvSpPr txBox="1"/>
          <p:nvPr/>
        </p:nvSpPr>
        <p:spPr>
          <a:xfrm>
            <a:off x="31937402" y="25574010"/>
            <a:ext cx="6227085" cy="433020"/>
          </a:xfrm>
          <a:prstGeom prst="rect">
            <a:avLst/>
          </a:prstGeom>
          <a:ln w="12700">
            <a:miter lim="400000"/>
          </a:ln>
          <a:extLst>
            <a:ext uri="{C572A759-6A51-4108-AA02-DFA0A04FC94B}">
              <ma14:wrappingTextBoxFlag xmlns:ma14="http://schemas.microsoft.com/office/mac/drawingml/2011/main" val="1"/>
            </a:ext>
          </a:extLst>
        </p:spPr>
        <p:txBody>
          <a:bodyPr lIns="80010" tIns="80010" rIns="80010" bIns="80010" anchor="ctr">
            <a:spAutoFit/>
          </a:bodyPr>
          <a:lstStyle>
            <a:lvl1pPr algn="ctr">
              <a:defRPr sz="1800"/>
            </a:lvl1pPr>
          </a:lstStyle>
          <a:p>
            <a:pPr/>
            <a:r>
              <a:t>Figure 7: Examples of a code block and exercise with R.</a:t>
            </a:r>
          </a:p>
        </p:txBody>
      </p:sp>
      <p:sp>
        <p:nvSpPr>
          <p:cNvPr id="220" name="Figure 3: Example of an interactive application made with shiny to demonstrate the effect of bin widths on histograms."/>
          <p:cNvSpPr txBox="1"/>
          <p:nvPr/>
        </p:nvSpPr>
        <p:spPr>
          <a:xfrm>
            <a:off x="25599814" y="18529299"/>
            <a:ext cx="12400181" cy="452976"/>
          </a:xfrm>
          <a:prstGeom prst="rect">
            <a:avLst/>
          </a:prstGeom>
          <a:ln w="12700">
            <a:miter lim="400000"/>
          </a:ln>
          <a:extLst>
            <a:ext uri="{C572A759-6A51-4108-AA02-DFA0A04FC94B}">
              <ma14:wrappingTextBoxFlag xmlns:ma14="http://schemas.microsoft.com/office/mac/drawingml/2011/main" val="1"/>
            </a:ext>
          </a:extLst>
        </p:spPr>
        <p:txBody>
          <a:bodyPr lIns="80010" tIns="80010" rIns="80010" bIns="80010" anchor="ctr">
            <a:spAutoFit/>
          </a:bodyPr>
          <a:lstStyle/>
          <a:p>
            <a:pPr algn="ctr">
              <a:defRPr sz="1800"/>
            </a:pPr>
            <a:r>
              <a:t>Figure 3: Example of an interactive application made with </a:t>
            </a:r>
            <a:r>
              <a:rPr>
                <a:latin typeface="Courier New"/>
                <a:ea typeface="Courier New"/>
                <a:cs typeface="Courier New"/>
                <a:sym typeface="Courier New"/>
              </a:rPr>
              <a:t>shiny</a:t>
            </a:r>
            <a:r>
              <a:t> to demonstrate the effect of bin widths on histograms.</a:t>
            </a:r>
          </a:p>
        </p:txBody>
      </p:sp>
      <p:sp>
        <p:nvSpPr>
          <p:cNvPr id="221" name="Figure 5: Example of an interactive application made with shiny to demonstrate correlation."/>
          <p:cNvSpPr txBox="1"/>
          <p:nvPr/>
        </p:nvSpPr>
        <p:spPr>
          <a:xfrm>
            <a:off x="13808356" y="25577799"/>
            <a:ext cx="9593667" cy="452976"/>
          </a:xfrm>
          <a:prstGeom prst="rect">
            <a:avLst/>
          </a:prstGeom>
          <a:ln w="12700">
            <a:miter lim="400000"/>
          </a:ln>
          <a:extLst>
            <a:ext uri="{C572A759-6A51-4108-AA02-DFA0A04FC94B}">
              <ma14:wrappingTextBoxFlag xmlns:ma14="http://schemas.microsoft.com/office/mac/drawingml/2011/main" val="1"/>
            </a:ext>
          </a:extLst>
        </p:spPr>
        <p:txBody>
          <a:bodyPr wrap="none" lIns="80010" tIns="80010" rIns="80010" bIns="80010" anchor="ctr">
            <a:spAutoFit/>
          </a:bodyPr>
          <a:lstStyle/>
          <a:p>
            <a:pPr algn="ctr">
              <a:defRPr sz="1800"/>
            </a:pPr>
            <a:r>
              <a:t>Figure 5: Example of an interactive application made with </a:t>
            </a:r>
            <a:r>
              <a:rPr>
                <a:latin typeface="Courier New"/>
                <a:ea typeface="Courier New"/>
                <a:cs typeface="Courier New"/>
                <a:sym typeface="Courier New"/>
              </a:rPr>
              <a:t>shiny</a:t>
            </a:r>
            <a:r>
              <a:t> to demonstrate correlation.</a:t>
            </a:r>
          </a:p>
        </p:txBody>
      </p:sp>
      <p:sp>
        <p:nvSpPr>
          <p:cNvPr id="222" name="Figure 4: Examples of static and interactive plots created with ggplot and plotly."/>
          <p:cNvSpPr txBox="1"/>
          <p:nvPr/>
        </p:nvSpPr>
        <p:spPr>
          <a:xfrm>
            <a:off x="318817" y="25577799"/>
            <a:ext cx="9479692" cy="452976"/>
          </a:xfrm>
          <a:prstGeom prst="rect">
            <a:avLst/>
          </a:prstGeom>
          <a:ln w="12700">
            <a:miter lim="400000"/>
          </a:ln>
          <a:extLst>
            <a:ext uri="{C572A759-6A51-4108-AA02-DFA0A04FC94B}">
              <ma14:wrappingTextBoxFlag xmlns:ma14="http://schemas.microsoft.com/office/mac/drawingml/2011/main" val="1"/>
            </a:ext>
          </a:extLst>
        </p:spPr>
        <p:txBody>
          <a:bodyPr lIns="80010" tIns="80010" rIns="80010" bIns="80010" anchor="ctr">
            <a:spAutoFit/>
          </a:bodyPr>
          <a:lstStyle/>
          <a:p>
            <a:pPr algn="ctr">
              <a:defRPr sz="1800"/>
            </a:pPr>
            <a:r>
              <a:t>Figure 4: Examples of static and interactive plots created with </a:t>
            </a:r>
            <a:r>
              <a:rPr>
                <a:latin typeface="Courier New"/>
                <a:ea typeface="Courier New"/>
                <a:cs typeface="Courier New"/>
                <a:sym typeface="Courier New"/>
              </a:rPr>
              <a:t>ggplot</a:t>
            </a:r>
            <a:r>
              <a:t> and </a:t>
            </a:r>
            <a:r>
              <a:rPr>
                <a:latin typeface="Courier New"/>
                <a:ea typeface="Courier New"/>
                <a:cs typeface="Courier New"/>
                <a:sym typeface="Courier New"/>
              </a:rPr>
              <a:t>plotly</a:t>
            </a:r>
            <a:r>
              <a:t>.</a:t>
            </a:r>
          </a:p>
        </p:txBody>
      </p:sp>
      <p:sp>
        <p:nvSpPr>
          <p:cNvPr id="223" name="Conclusions…"/>
          <p:cNvSpPr/>
          <p:nvPr/>
        </p:nvSpPr>
        <p:spPr>
          <a:xfrm>
            <a:off x="321137" y="26071534"/>
            <a:ext cx="10981287" cy="3120670"/>
          </a:xfrm>
          <a:prstGeom prst="rect">
            <a:avLst/>
          </a:prstGeom>
          <a:solidFill>
            <a:schemeClr val="accent4">
              <a:hueOff val="-858837"/>
              <a:lumOff val="-9791"/>
              <a:alpha val="34000"/>
            </a:schemeClr>
          </a:solidFill>
          <a:ln w="12700">
            <a:miter lim="400000"/>
          </a:ln>
          <a:extLst>
            <a:ext uri="{C572A759-6A51-4108-AA02-DFA0A04FC94B}">
              <ma14:wrappingTextBoxFlag xmlns:ma14="http://schemas.microsoft.com/office/mac/drawingml/2011/main" val="1"/>
            </a:ext>
          </a:extLst>
        </p:spPr>
        <p:txBody>
          <a:bodyPr lIns="80010" tIns="80010" rIns="80010" bIns="80010"/>
          <a:lstStyle/>
          <a:p>
            <a:pPr>
              <a:lnSpc>
                <a:spcPct val="100000"/>
              </a:lnSpc>
              <a:defRPr sz="3000">
                <a:latin typeface="Aptos Bold"/>
                <a:ea typeface="Aptos Bold"/>
                <a:cs typeface="Aptos Bold"/>
                <a:sym typeface="Aptos Bold"/>
              </a:defRPr>
            </a:pPr>
            <a:r>
              <a:t>Conclusions</a:t>
            </a:r>
            <a:br/>
            <a:endParaRPr sz="1000"/>
          </a:p>
          <a:p>
            <a:pPr defTabSz="457200">
              <a:lnSpc>
                <a:spcPct val="100000"/>
              </a:lnSpc>
              <a:spcBef>
                <a:spcPts val="0"/>
              </a:spcBef>
              <a:defRPr sz="2500">
                <a:latin typeface="Aptos"/>
                <a:ea typeface="Aptos"/>
                <a:cs typeface="Aptos"/>
                <a:sym typeface="Aptos"/>
              </a:defRPr>
            </a:pPr>
            <a:r>
              <a:t>Through this project, students learned the value of working across technical, design, and communication challenges in a collaborative setting with faculty and external partners. In addition to learning new skills, the experience introduced students to project management, and enhanced their creativity and problem-solving abilities beyond the classroom. The e-book serves as a course resource and a model for student involvement in shaping academic materials.</a:t>
            </a:r>
          </a:p>
        </p:txBody>
      </p:sp>
      <p:sp>
        <p:nvSpPr>
          <p:cNvPr id="224" name="Acknowledgements…"/>
          <p:cNvSpPr/>
          <p:nvPr/>
        </p:nvSpPr>
        <p:spPr>
          <a:xfrm>
            <a:off x="27188759" y="26029180"/>
            <a:ext cx="10981286" cy="3120670"/>
          </a:xfrm>
          <a:prstGeom prst="rect">
            <a:avLst/>
          </a:prstGeom>
          <a:solidFill>
            <a:schemeClr val="accent4">
              <a:hueOff val="-858837"/>
              <a:lumOff val="-9791"/>
              <a:alpha val="34000"/>
            </a:schemeClr>
          </a:solidFill>
          <a:ln w="12700">
            <a:miter lim="400000"/>
          </a:ln>
          <a:extLst>
            <a:ext uri="{C572A759-6A51-4108-AA02-DFA0A04FC94B}">
              <ma14:wrappingTextBoxFlag xmlns:ma14="http://schemas.microsoft.com/office/mac/drawingml/2011/main" val="1"/>
            </a:ext>
          </a:extLst>
        </p:spPr>
        <p:txBody>
          <a:bodyPr lIns="80010" tIns="80010" rIns="80010" bIns="80010"/>
          <a:lstStyle/>
          <a:p>
            <a:pPr>
              <a:lnSpc>
                <a:spcPct val="100000"/>
              </a:lnSpc>
              <a:defRPr sz="3000">
                <a:latin typeface="Aptos Bold"/>
                <a:ea typeface="Aptos Bold"/>
                <a:cs typeface="Aptos Bold"/>
                <a:sym typeface="Aptos Bold"/>
              </a:defRPr>
            </a:pPr>
            <a:r>
              <a:t>Acknowledgements</a:t>
            </a:r>
            <a:br/>
            <a:endParaRPr sz="1000"/>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Aptos"/>
                <a:ea typeface="Aptos"/>
                <a:cs typeface="Aptos"/>
                <a:sym typeface="Aptos"/>
              </a:defRPr>
            </a:pPr>
            <a:r>
              <a:t>The authors thank Professors Nishan Mudalige (UTM) and Masoud Ataei (UTM) for their guidance; Dr. Steve Tully (Okanagan College, BC) and Ms. Avanti Coonghe (United Nations, UK) for feedback on content and design elements; the UTM Department of Mathematical and Computational Sciences for supporting student–faculty collaboration; and the open source community for tools and resources that made the project possible.</a:t>
            </a:r>
          </a:p>
        </p:txBody>
      </p:sp>
      <p:sp>
        <p:nvSpPr>
          <p:cNvPr id="225" name="Rectangle"/>
          <p:cNvSpPr/>
          <p:nvPr/>
        </p:nvSpPr>
        <p:spPr>
          <a:xfrm>
            <a:off x="13464420" y="15924528"/>
            <a:ext cx="11619411" cy="3026646"/>
          </a:xfrm>
          <a:prstGeom prst="rect">
            <a:avLst/>
          </a:prstGeom>
          <a:solidFill>
            <a:srgbClr val="FF8AD8">
              <a:alpha val="34000"/>
            </a:srgbClr>
          </a:solidFill>
          <a:ln w="12700">
            <a:miter lim="400000"/>
          </a:ln>
        </p:spPr>
        <p:txBody>
          <a:bodyPr lIns="80010" tIns="80010" rIns="80010" bIns="80010" anchor="ctr"/>
          <a:lstStyle/>
          <a:p>
            <a:pPr algn="ctr" defTabSz="1981200">
              <a:lnSpc>
                <a:spcPts val="100"/>
              </a:lnSpc>
              <a:spcBef>
                <a:spcPts val="1000"/>
              </a:spcBef>
              <a:defRPr sz="3000">
                <a:latin typeface="Aptos"/>
                <a:ea typeface="Aptos"/>
                <a:cs typeface="Aptos"/>
                <a:sym typeface="Aptos"/>
              </a:defRPr>
            </a:pPr>
          </a:p>
        </p:txBody>
      </p:sp>
      <p:sp>
        <p:nvSpPr>
          <p:cNvPr id="226" name="Made with"/>
          <p:cNvSpPr/>
          <p:nvPr/>
        </p:nvSpPr>
        <p:spPr>
          <a:xfrm>
            <a:off x="11632535" y="29349700"/>
            <a:ext cx="15117404" cy="2311400"/>
          </a:xfrm>
          <a:prstGeom prst="rect">
            <a:avLst/>
          </a:prstGeom>
          <a:solidFill>
            <a:srgbClr val="DEE0E0"/>
          </a:solidFill>
          <a:ln w="12700">
            <a:miter lim="400000"/>
          </a:ln>
          <a:extLst>
            <a:ext uri="{C572A759-6A51-4108-AA02-DFA0A04FC94B}">
              <ma14:wrappingTextBoxFlag xmlns:ma14="http://schemas.microsoft.com/office/mac/drawingml/2011/main" val="1"/>
            </a:ext>
          </a:extLst>
        </p:spPr>
        <p:txBody>
          <a:bodyPr lIns="80010" tIns="80010" rIns="80010" bIns="80010"/>
          <a:lstStyle>
            <a:lvl1pPr defTabSz="1981200">
              <a:lnSpc>
                <a:spcPts val="2500"/>
              </a:lnSpc>
              <a:spcBef>
                <a:spcPts val="0"/>
              </a:spcBef>
              <a:defRPr sz="3000">
                <a:latin typeface="Aptos Bold"/>
                <a:ea typeface="Aptos Bold"/>
                <a:cs typeface="Aptos Bold"/>
                <a:sym typeface="Aptos Bold"/>
              </a:defRPr>
            </a:lvl1pPr>
          </a:lstStyle>
          <a:p>
            <a:pPr/>
            <a:r>
              <a:t>Made with</a:t>
            </a:r>
          </a:p>
        </p:txBody>
      </p:sp>
      <p:grpSp>
        <p:nvGrpSpPr>
          <p:cNvPr id="235" name="Group"/>
          <p:cNvGrpSpPr/>
          <p:nvPr/>
        </p:nvGrpSpPr>
        <p:grpSpPr>
          <a:xfrm>
            <a:off x="11751722" y="29776439"/>
            <a:ext cx="14879030" cy="1734075"/>
            <a:chOff x="0" y="0"/>
            <a:chExt cx="14879029" cy="1734073"/>
          </a:xfrm>
        </p:grpSpPr>
        <p:pic>
          <p:nvPicPr>
            <p:cNvPr id="227" name="plotly_no_bg.svg" descr="plotly_no_bg.svg"/>
            <p:cNvPicPr>
              <a:picLocks noChangeAspect="1"/>
            </p:cNvPicPr>
            <p:nvPr/>
          </p:nvPicPr>
          <p:blipFill>
            <a:blip r:embed="rId10">
              <a:extLst/>
            </a:blip>
            <a:stretch>
              <a:fillRect/>
            </a:stretch>
          </p:blipFill>
          <p:spPr>
            <a:xfrm>
              <a:off x="7648173" y="0"/>
              <a:ext cx="1498240" cy="1734074"/>
            </a:xfrm>
            <a:prstGeom prst="rect">
              <a:avLst/>
            </a:prstGeom>
            <a:ln w="12700" cap="flat">
              <a:noFill/>
              <a:miter lim="400000"/>
            </a:ln>
            <a:effectLst/>
          </p:spPr>
        </p:pic>
        <p:pic>
          <p:nvPicPr>
            <p:cNvPr id="228" name="shiny.svg" descr="shiny.svg"/>
            <p:cNvPicPr>
              <a:picLocks noChangeAspect="1"/>
            </p:cNvPicPr>
            <p:nvPr/>
          </p:nvPicPr>
          <p:blipFill>
            <a:blip r:embed="rId11">
              <a:extLst/>
            </a:blip>
            <a:stretch>
              <a:fillRect/>
            </a:stretch>
          </p:blipFill>
          <p:spPr>
            <a:xfrm>
              <a:off x="9556703" y="0"/>
              <a:ext cx="1501752" cy="1734074"/>
            </a:xfrm>
            <a:prstGeom prst="rect">
              <a:avLst/>
            </a:prstGeom>
            <a:ln w="12700" cap="flat">
              <a:noFill/>
              <a:miter lim="400000"/>
            </a:ln>
            <a:effectLst/>
          </p:spPr>
        </p:pic>
        <p:pic>
          <p:nvPicPr>
            <p:cNvPr id="229" name="dplyr.svg" descr="dplyr.svg"/>
            <p:cNvPicPr>
              <a:picLocks noChangeAspect="1"/>
            </p:cNvPicPr>
            <p:nvPr/>
          </p:nvPicPr>
          <p:blipFill>
            <a:blip r:embed="rId12">
              <a:extLst/>
            </a:blip>
            <a:stretch>
              <a:fillRect/>
            </a:stretch>
          </p:blipFill>
          <p:spPr>
            <a:xfrm>
              <a:off x="11468747" y="0"/>
              <a:ext cx="1501752" cy="1734074"/>
            </a:xfrm>
            <a:prstGeom prst="rect">
              <a:avLst/>
            </a:prstGeom>
            <a:ln w="12700" cap="flat">
              <a:noFill/>
              <a:miter lim="400000"/>
            </a:ln>
            <a:effectLst/>
          </p:spPr>
        </p:pic>
        <p:pic>
          <p:nvPicPr>
            <p:cNvPr id="230" name="ggplot2.svg" descr="ggplot2.svg"/>
            <p:cNvPicPr>
              <a:picLocks noChangeAspect="1"/>
            </p:cNvPicPr>
            <p:nvPr/>
          </p:nvPicPr>
          <p:blipFill>
            <a:blip r:embed="rId13">
              <a:extLst/>
            </a:blip>
            <a:stretch>
              <a:fillRect/>
            </a:stretch>
          </p:blipFill>
          <p:spPr>
            <a:xfrm>
              <a:off x="5736129" y="0"/>
              <a:ext cx="1501753" cy="1734074"/>
            </a:xfrm>
            <a:prstGeom prst="rect">
              <a:avLst/>
            </a:prstGeom>
            <a:ln w="12700" cap="flat">
              <a:noFill/>
              <a:miter lim="400000"/>
            </a:ln>
            <a:effectLst/>
          </p:spPr>
        </p:pic>
        <p:pic>
          <p:nvPicPr>
            <p:cNvPr id="231" name="knitr.svg" descr="knitr.svg"/>
            <p:cNvPicPr>
              <a:picLocks noChangeAspect="1"/>
            </p:cNvPicPr>
            <p:nvPr/>
          </p:nvPicPr>
          <p:blipFill>
            <a:blip r:embed="rId14">
              <a:extLst/>
            </a:blip>
            <a:stretch>
              <a:fillRect/>
            </a:stretch>
          </p:blipFill>
          <p:spPr>
            <a:xfrm>
              <a:off x="3827598" y="0"/>
              <a:ext cx="1501752" cy="1734074"/>
            </a:xfrm>
            <a:prstGeom prst="rect">
              <a:avLst/>
            </a:prstGeom>
            <a:ln w="12700" cap="flat">
              <a:noFill/>
              <a:miter lim="400000"/>
            </a:ln>
            <a:effectLst/>
          </p:spPr>
        </p:pic>
        <p:pic>
          <p:nvPicPr>
            <p:cNvPr id="232" name="rmarkdown.svg" descr="rmarkdown.svg"/>
            <p:cNvPicPr>
              <a:picLocks noChangeAspect="1"/>
            </p:cNvPicPr>
            <p:nvPr/>
          </p:nvPicPr>
          <p:blipFill>
            <a:blip r:embed="rId15">
              <a:extLst/>
            </a:blip>
            <a:stretch>
              <a:fillRect/>
            </a:stretch>
          </p:blipFill>
          <p:spPr>
            <a:xfrm>
              <a:off x="1912043" y="0"/>
              <a:ext cx="1501752" cy="1734074"/>
            </a:xfrm>
            <a:prstGeom prst="rect">
              <a:avLst/>
            </a:prstGeom>
            <a:ln w="12700" cap="flat">
              <a:noFill/>
              <a:miter lim="400000"/>
            </a:ln>
            <a:effectLst/>
          </p:spPr>
        </p:pic>
        <p:pic>
          <p:nvPicPr>
            <p:cNvPr id="233" name="bookdown.svg" descr="bookdown.svg"/>
            <p:cNvPicPr>
              <a:picLocks noChangeAspect="1"/>
            </p:cNvPicPr>
            <p:nvPr/>
          </p:nvPicPr>
          <p:blipFill>
            <a:blip r:embed="rId16">
              <a:extLst/>
            </a:blip>
            <a:stretch>
              <a:fillRect/>
            </a:stretch>
          </p:blipFill>
          <p:spPr>
            <a:xfrm>
              <a:off x="0" y="0"/>
              <a:ext cx="1501752" cy="1734074"/>
            </a:xfrm>
            <a:prstGeom prst="rect">
              <a:avLst/>
            </a:prstGeom>
            <a:ln w="12700" cap="flat">
              <a:noFill/>
              <a:miter lim="400000"/>
            </a:ln>
            <a:effectLst/>
          </p:spPr>
        </p:pic>
        <p:pic>
          <p:nvPicPr>
            <p:cNvPr id="234" name="RStudio.svg" descr="RStudio.svg"/>
            <p:cNvPicPr>
              <a:picLocks noChangeAspect="1"/>
            </p:cNvPicPr>
            <p:nvPr/>
          </p:nvPicPr>
          <p:blipFill>
            <a:blip r:embed="rId17">
              <a:extLst/>
            </a:blip>
            <a:stretch>
              <a:fillRect/>
            </a:stretch>
          </p:blipFill>
          <p:spPr>
            <a:xfrm>
              <a:off x="13377278" y="0"/>
              <a:ext cx="1501752" cy="1734074"/>
            </a:xfrm>
            <a:prstGeom prst="rect">
              <a:avLst/>
            </a:prstGeom>
            <a:ln w="12700" cap="flat">
              <a:noFill/>
              <a:miter lim="400000"/>
            </a:ln>
            <a:effectLst/>
          </p:spPr>
        </p:pic>
      </p:grpSp>
      <p:pic>
        <p:nvPicPr>
          <p:cNvPr id="236" name="menu_bar_search_access.png" descr="menu_bar_search_access.png"/>
          <p:cNvPicPr>
            <a:picLocks noChangeAspect="1"/>
          </p:cNvPicPr>
          <p:nvPr/>
        </p:nvPicPr>
        <p:blipFill>
          <a:blip r:embed="rId33">
            <a:extLst/>
          </a:blip>
          <a:stretch>
            <a:fillRect/>
          </a:stretch>
        </p:blipFill>
        <p:spPr>
          <a:xfrm>
            <a:off x="27323153" y="19342355"/>
            <a:ext cx="4445001" cy="1699940"/>
          </a:xfrm>
          <a:prstGeom prst="rect">
            <a:avLst/>
          </a:prstGeom>
          <a:ln w="12700">
            <a:miter lim="400000"/>
          </a:ln>
        </p:spPr>
      </p:pic>
      <p:pic>
        <p:nvPicPr>
          <p:cNvPr id="237" name="Screenshot 2025-09-07 at 9.03.46 AM.png" descr="Screenshot 2025-09-07 at 9.03.46 AM.png"/>
          <p:cNvPicPr>
            <a:picLocks noChangeAspect="1"/>
          </p:cNvPicPr>
          <p:nvPr/>
        </p:nvPicPr>
        <p:blipFill>
          <a:blip r:embed="rId34">
            <a:extLst/>
          </a:blip>
          <a:stretch>
            <a:fillRect/>
          </a:stretch>
        </p:blipFill>
        <p:spPr>
          <a:xfrm>
            <a:off x="27321513" y="21228873"/>
            <a:ext cx="4445001" cy="2080333"/>
          </a:xfrm>
          <a:prstGeom prst="rect">
            <a:avLst/>
          </a:prstGeom>
          <a:ln w="12700">
            <a:miter lim="400000"/>
          </a:ln>
        </p:spPr>
      </p:pic>
      <p:pic>
        <p:nvPicPr>
          <p:cNvPr id="238" name="Screenshot 2025-09-07 at 9.03.37 AM.png" descr="Screenshot 2025-09-07 at 9.03.37 AM.png"/>
          <p:cNvPicPr>
            <a:picLocks noChangeAspect="1"/>
          </p:cNvPicPr>
          <p:nvPr/>
        </p:nvPicPr>
        <p:blipFill>
          <a:blip r:embed="rId35">
            <a:extLst/>
          </a:blip>
          <a:stretch>
            <a:fillRect/>
          </a:stretch>
        </p:blipFill>
        <p:spPr>
          <a:xfrm>
            <a:off x="27321513" y="23432172"/>
            <a:ext cx="4445001" cy="2080333"/>
          </a:xfrm>
          <a:prstGeom prst="rect">
            <a:avLst/>
          </a:prstGeom>
          <a:ln w="63500">
            <a:solidFill>
              <a:srgbClr val="000000"/>
            </a:solidFill>
            <a:miter lim="400000"/>
          </a:ln>
        </p:spPr>
      </p:pic>
      <p:sp>
        <p:nvSpPr>
          <p:cNvPr id="239" name="Background and Introduction  Student–faculty partnerships enhance learning by increasing engagement, motivation, and authenticity, yet such collaborations are rarely documented in statistics. To address this gap, students enrolled in STA378: Statistics R"/>
          <p:cNvSpPr/>
          <p:nvPr/>
        </p:nvSpPr>
        <p:spPr>
          <a:xfrm>
            <a:off x="295865" y="3524415"/>
            <a:ext cx="12792353" cy="4394201"/>
          </a:xfrm>
          <a:prstGeom prst="rect">
            <a:avLst/>
          </a:prstGeom>
          <a:solidFill>
            <a:srgbClr val="BFE4FF"/>
          </a:solidFill>
          <a:ln w="12700">
            <a:miter lim="400000"/>
          </a:ln>
          <a:extLst>
            <a:ext uri="{C572A759-6A51-4108-AA02-DFA0A04FC94B}">
              <ma14:wrappingTextBoxFlag xmlns:ma14="http://schemas.microsoft.com/office/mac/drawingml/2011/main" val="1"/>
            </a:ext>
          </a:extLst>
        </p:spPr>
        <p:txBody>
          <a:bodyPr lIns="80010" tIns="80010" rIns="80010" bIns="80010"/>
          <a:lstStyle/>
          <a:p>
            <a:pPr>
              <a:lnSpc>
                <a:spcPct val="100000"/>
              </a:lnSpc>
              <a:defRPr sz="3000">
                <a:latin typeface="Aptos"/>
                <a:ea typeface="Aptos"/>
                <a:cs typeface="Aptos"/>
                <a:sym typeface="Aptos"/>
              </a:defRPr>
            </a:pPr>
            <a:r>
              <a:rPr>
                <a:latin typeface="Aptos Bold"/>
                <a:ea typeface="Aptos Bold"/>
                <a:cs typeface="Aptos Bold"/>
                <a:sym typeface="Aptos Bold"/>
              </a:rPr>
              <a:t>Background and Introduction</a:t>
            </a:r>
            <a:br>
              <a:rPr>
                <a:latin typeface="Aptos Bold"/>
                <a:ea typeface="Aptos Bold"/>
                <a:cs typeface="Aptos Bold"/>
                <a:sym typeface="Aptos Bold"/>
              </a:rPr>
            </a:br>
            <a:br>
              <a:rPr sz="1000"/>
            </a:br>
            <a:r>
              <a:t>Student–faculty partnerships enhance learning by increasing engagement, motivation, and authenticity, yet such collaborations are rarely documented in statistics. To address this gap, students enrolled in </a:t>
            </a:r>
            <a:r>
              <a:rPr>
                <a:latin typeface="Aptos Display Italic"/>
                <a:ea typeface="Aptos Display Italic"/>
                <a:cs typeface="Aptos Display Italic"/>
                <a:sym typeface="Aptos Display Italic"/>
              </a:rPr>
              <a:t>STA378: Statistics Research Project</a:t>
            </a:r>
            <a:r>
              <a:t> co-created an e-book for </a:t>
            </a:r>
            <a:r>
              <a:rPr>
                <a:latin typeface="Aptos Display Italic"/>
                <a:ea typeface="Aptos Display Italic"/>
                <a:cs typeface="Aptos Display Italic"/>
                <a:sym typeface="Aptos Display Italic"/>
              </a:rPr>
              <a:t>STA258: Statistics with Applied Probability</a:t>
            </a:r>
            <a:r>
              <a:t> at UTM. The e-book integrates narrative text, simulations, visualizations, and interactive apps to modernize course content and reduce redundancy. Our project offers a practical model for student–faculty partnerships</a:t>
            </a:r>
            <a:r>
              <a:rPr sz="2900"/>
              <a:t> </a:t>
            </a:r>
            <a:r>
              <a:t>and</a:t>
            </a:r>
            <a:r>
              <a:rPr sz="2900"/>
              <a:t> </a:t>
            </a:r>
            <a:r>
              <a:t>forms</a:t>
            </a:r>
            <a:r>
              <a:rPr sz="2900"/>
              <a:t> </a:t>
            </a:r>
            <a:r>
              <a:t>part</a:t>
            </a:r>
            <a:r>
              <a:rPr sz="2900"/>
              <a:t> </a:t>
            </a:r>
            <a:r>
              <a:t>of</a:t>
            </a:r>
            <a:r>
              <a:rPr sz="2900"/>
              <a:t> </a:t>
            </a:r>
            <a:r>
              <a:t>a</a:t>
            </a:r>
            <a:r>
              <a:rPr sz="2900"/>
              <a:t> </a:t>
            </a:r>
            <a:r>
              <a:t>long-term</a:t>
            </a:r>
            <a:r>
              <a:rPr sz="2900"/>
              <a:t> </a:t>
            </a:r>
            <a:r>
              <a:t>redevelopment</a:t>
            </a:r>
            <a:r>
              <a:rPr sz="2900"/>
              <a:t> </a:t>
            </a:r>
            <a:r>
              <a:t>project</a:t>
            </a:r>
            <a:r>
              <a:rPr sz="2900"/>
              <a:t> </a:t>
            </a:r>
            <a:r>
              <a:t>for</a:t>
            </a:r>
            <a:r>
              <a:rPr sz="2900"/>
              <a:t> </a:t>
            </a:r>
            <a:r>
              <a:t>STA258.</a:t>
            </a:r>
          </a:p>
        </p:txBody>
      </p:sp>
      <p:sp>
        <p:nvSpPr>
          <p:cNvPr id="240" name="Results and Significance  By leveraging open source software to build an accessible, interactive resource, we created a sustainable model others can adapt. Our experience demonstrates that participation in curriculum development can produce engaging mate"/>
          <p:cNvSpPr/>
          <p:nvPr/>
        </p:nvSpPr>
        <p:spPr>
          <a:xfrm>
            <a:off x="309442" y="8095331"/>
            <a:ext cx="12792353" cy="3945859"/>
          </a:xfrm>
          <a:prstGeom prst="rect">
            <a:avLst/>
          </a:prstGeom>
          <a:solidFill>
            <a:srgbClr val="73FA79">
              <a:alpha val="34000"/>
            </a:srgbClr>
          </a:solidFill>
          <a:ln w="12700">
            <a:miter lim="400000"/>
          </a:ln>
          <a:extLst>
            <a:ext uri="{C572A759-6A51-4108-AA02-DFA0A04FC94B}">
              <ma14:wrappingTextBoxFlag xmlns:ma14="http://schemas.microsoft.com/office/mac/drawingml/2011/main" val="1"/>
            </a:ext>
          </a:extLst>
        </p:spPr>
        <p:txBody>
          <a:bodyPr lIns="80010" tIns="80010" rIns="80010" bIns="80010"/>
          <a:lstStyle/>
          <a:p>
            <a:pPr>
              <a:lnSpc>
                <a:spcPct val="100000"/>
              </a:lnSpc>
              <a:defRPr sz="3000">
                <a:latin typeface="Aptos"/>
                <a:ea typeface="Aptos"/>
                <a:cs typeface="Aptos"/>
                <a:sym typeface="Aptos"/>
              </a:defRPr>
            </a:pPr>
            <a:r>
              <a:rPr>
                <a:latin typeface="Aptos Bold"/>
                <a:ea typeface="Aptos Bold"/>
                <a:cs typeface="Aptos Bold"/>
                <a:sym typeface="Aptos Bold"/>
              </a:rPr>
              <a:t>Results and Significance</a:t>
            </a:r>
            <a:br>
              <a:rPr>
                <a:latin typeface="Aptos Bold"/>
                <a:ea typeface="Aptos Bold"/>
                <a:cs typeface="Aptos Bold"/>
                <a:sym typeface="Aptos Bold"/>
              </a:rPr>
            </a:br>
            <a:br>
              <a:rPr sz="1000"/>
            </a:br>
            <a:r>
              <a:t>By leveraging open source software to build an accessible, interactive resource, we created a sustainable model others can adapt. Our experience demonstrates that participation in curriculum development can produce engaging materials while empowering students as active contributors. We also believe this is one of the few projects involving student–faculty co-creation of materials in statistics, and potentially one of the first projects of its kind in a Canadian context.</a:t>
            </a:r>
          </a:p>
        </p:txBody>
      </p:sp>
      <p:sp>
        <p:nvSpPr>
          <p:cNvPr id="241" name="Advantages of the Frameworks Used…"/>
          <p:cNvSpPr/>
          <p:nvPr/>
        </p:nvSpPr>
        <p:spPr>
          <a:xfrm>
            <a:off x="25461413" y="3530600"/>
            <a:ext cx="12677208" cy="5765800"/>
          </a:xfrm>
          <a:prstGeom prst="rect">
            <a:avLst/>
          </a:prstGeom>
          <a:solidFill>
            <a:srgbClr val="BFE4FF"/>
          </a:solidFill>
          <a:ln w="12700">
            <a:miter lim="400000"/>
          </a:ln>
          <a:extLst>
            <a:ext uri="{C572A759-6A51-4108-AA02-DFA0A04FC94B}">
              <ma14:wrappingTextBoxFlag xmlns:ma14="http://schemas.microsoft.com/office/mac/drawingml/2011/main" val="1"/>
            </a:ext>
          </a:extLst>
        </p:spPr>
        <p:txBody>
          <a:bodyPr lIns="80010" tIns="80010" rIns="80010" bIns="80010"/>
          <a:lstStyle/>
          <a:p>
            <a:pPr>
              <a:lnSpc>
                <a:spcPct val="100000"/>
              </a:lnSpc>
              <a:defRPr sz="3000">
                <a:latin typeface="Aptos"/>
                <a:ea typeface="Aptos"/>
                <a:cs typeface="Aptos"/>
                <a:sym typeface="Aptos"/>
              </a:defRPr>
            </a:pPr>
            <a:r>
              <a:rPr>
                <a:latin typeface="Aptos Bold"/>
                <a:ea typeface="Aptos Bold"/>
                <a:cs typeface="Aptos Bold"/>
                <a:sym typeface="Aptos Bold"/>
              </a:rPr>
              <a:t>Advantages of the Frameworks Used</a:t>
            </a:r>
            <a:br>
              <a:rPr>
                <a:latin typeface="Aptos Bold"/>
                <a:ea typeface="Aptos Bold"/>
                <a:cs typeface="Aptos Bold"/>
                <a:sym typeface="Aptos Bold"/>
              </a:rPr>
            </a:br>
            <a:endParaRPr sz="1000"/>
          </a:p>
          <a:p>
            <a:pPr marL="266700" indent="-266700" defTabSz="457200">
              <a:lnSpc>
                <a:spcPct val="100000"/>
              </a:lnSpc>
              <a:spcBef>
                <a:spcPts val="0"/>
              </a:spcBef>
              <a:buSzPct val="100000"/>
              <a:buChar char="•"/>
              <a:defRPr sz="3000">
                <a:latin typeface="Aptos Display"/>
                <a:ea typeface="Aptos Display"/>
                <a:cs typeface="Aptos Display"/>
                <a:sym typeface="Aptos Display"/>
              </a:defRPr>
            </a:pPr>
            <a:r>
              <a:t>Open source: Freely available to the broader community; actively maintained.</a:t>
            </a:r>
          </a:p>
          <a:p>
            <a:pPr marL="266700" indent="-266700" defTabSz="457200">
              <a:lnSpc>
                <a:spcPct val="100000"/>
              </a:lnSpc>
              <a:spcBef>
                <a:spcPts val="0"/>
              </a:spcBef>
              <a:buSzPct val="100000"/>
              <a:buChar char="•"/>
              <a:defRPr sz="3000">
                <a:latin typeface="Aptos Display"/>
                <a:ea typeface="Aptos Display"/>
                <a:cs typeface="Aptos Display"/>
                <a:sym typeface="Aptos Display"/>
              </a:defRPr>
            </a:pPr>
            <a:r>
              <a:t>Self-contained: Text written in Markdown; figures rendered in code blocks.</a:t>
            </a:r>
          </a:p>
          <a:p>
            <a:pPr marL="266700" indent="-266700" defTabSz="457200">
              <a:lnSpc>
                <a:spcPct val="100000"/>
              </a:lnSpc>
              <a:spcBef>
                <a:spcPts val="0"/>
              </a:spcBef>
              <a:buSzPct val="100000"/>
              <a:buChar char="•"/>
              <a:defRPr sz="3000">
                <a:latin typeface="Aptos Display"/>
                <a:ea typeface="Aptos Display"/>
                <a:cs typeface="Aptos Display"/>
                <a:sym typeface="Aptos Display"/>
              </a:defRPr>
            </a:pPr>
            <a:r>
              <a:t>Math-friendly: Math statements typeset in LaTeX are rendered with MathJax.</a:t>
            </a:r>
          </a:p>
          <a:p>
            <a:pPr marL="266700" indent="-266700" defTabSz="457200">
              <a:lnSpc>
                <a:spcPct val="100000"/>
              </a:lnSpc>
              <a:spcBef>
                <a:spcPts val="0"/>
              </a:spcBef>
              <a:buSzPct val="100000"/>
              <a:buChar char="•"/>
              <a:defRPr sz="3000">
                <a:latin typeface="Aptos Display"/>
                <a:ea typeface="Aptos Display"/>
                <a:cs typeface="Aptos Display"/>
                <a:sym typeface="Aptos Display"/>
              </a:defRPr>
            </a:pPr>
            <a:r>
              <a:t>Interactive: Shiny apps embedded directly with simple HTML.</a:t>
            </a:r>
          </a:p>
          <a:p>
            <a:pPr marL="266700" indent="-266700" defTabSz="457200">
              <a:lnSpc>
                <a:spcPct val="100000"/>
              </a:lnSpc>
              <a:spcBef>
                <a:spcPts val="0"/>
              </a:spcBef>
              <a:buSzPct val="100000"/>
              <a:buChar char="•"/>
              <a:defRPr sz="3000">
                <a:latin typeface="Aptos Display"/>
                <a:ea typeface="Aptos Display"/>
                <a:cs typeface="Aptos Display"/>
                <a:sym typeface="Aptos Display"/>
              </a:defRPr>
            </a:pPr>
            <a:r>
              <a:t>Customizable: Fonts, colors, and layouts modified through YAML and CSS.</a:t>
            </a:r>
          </a:p>
          <a:p>
            <a:pPr marL="266700" indent="-266700" defTabSz="457200">
              <a:lnSpc>
                <a:spcPct val="100000"/>
              </a:lnSpc>
              <a:spcBef>
                <a:spcPts val="0"/>
              </a:spcBef>
              <a:buSzPct val="100000"/>
              <a:buChar char="•"/>
              <a:defRPr sz="3000">
                <a:latin typeface="Aptos Display"/>
                <a:ea typeface="Aptos Display"/>
                <a:cs typeface="Aptos Display"/>
                <a:sym typeface="Aptos Display"/>
              </a:defRPr>
            </a:pPr>
            <a:r>
              <a:t>Accessible: Dark mode, high-contrast mode, and quick search are embedded.</a:t>
            </a:r>
          </a:p>
          <a:p>
            <a:pPr marL="266700" indent="-266700" defTabSz="457200">
              <a:lnSpc>
                <a:spcPct val="100000"/>
              </a:lnSpc>
              <a:spcBef>
                <a:spcPts val="0"/>
              </a:spcBef>
              <a:buSzPct val="100000"/>
              <a:buChar char="•"/>
              <a:defRPr sz="3000">
                <a:latin typeface="Aptos Display"/>
                <a:ea typeface="Aptos Display"/>
                <a:cs typeface="Aptos Display"/>
                <a:sym typeface="Aptos Display"/>
              </a:defRPr>
            </a:pPr>
            <a:r>
              <a:t>Integration: Plots, figures, and apps are rendered directly from R code blocks.</a:t>
            </a:r>
          </a:p>
          <a:p>
            <a:pPr marL="266700" indent="-266700" defTabSz="457200">
              <a:lnSpc>
                <a:spcPct val="100000"/>
              </a:lnSpc>
              <a:spcBef>
                <a:spcPts val="0"/>
              </a:spcBef>
              <a:buSzPct val="100000"/>
              <a:buChar char="•"/>
              <a:defRPr sz="3000">
                <a:latin typeface="Aptos Display"/>
                <a:ea typeface="Aptos Display"/>
                <a:cs typeface="Aptos Display"/>
                <a:sym typeface="Aptos Display"/>
              </a:defRPr>
            </a:pPr>
            <a:r>
              <a:t>Version-control friendly: Maintained on GitHub, reproducible by design.</a:t>
            </a:r>
          </a:p>
          <a:p>
            <a:pPr marL="266700" indent="-266700" defTabSz="457200">
              <a:lnSpc>
                <a:spcPct val="100000"/>
              </a:lnSpc>
              <a:spcBef>
                <a:spcPts val="0"/>
              </a:spcBef>
              <a:buSzPct val="100000"/>
              <a:buChar char="•"/>
              <a:defRPr sz="3000">
                <a:latin typeface="Aptos Display"/>
                <a:ea typeface="Aptos Display"/>
                <a:cs typeface="Aptos Display"/>
                <a:sym typeface="Aptos Display"/>
              </a:defRPr>
            </a:pPr>
            <a:r>
              <a:t>Affordable: E-book hosted on GitHub Pages (free); apps on </a:t>
            </a:r>
            <a:r>
              <a:rPr u="sng">
                <a:hlinkClick r:id="rId22" invalidUrl="" action="" tgtFrame="" tooltip="" history="1" highlightClick="0" endSnd="0"/>
              </a:rPr>
              <a:t>shinyapps.io</a:t>
            </a:r>
            <a:r>
              <a:t>.</a:t>
            </a:r>
          </a:p>
          <a:p>
            <a:pPr marL="266700" indent="-266700" defTabSz="457200">
              <a:lnSpc>
                <a:spcPct val="100000"/>
              </a:lnSpc>
              <a:spcBef>
                <a:spcPts val="0"/>
              </a:spcBef>
              <a:buSzPct val="100000"/>
              <a:buChar char="•"/>
              <a:defRPr sz="3000">
                <a:latin typeface="Aptos Display"/>
                <a:ea typeface="Aptos Display"/>
                <a:cs typeface="Aptos Display"/>
                <a:sym typeface="Aptos Display"/>
              </a:defRPr>
            </a:pPr>
            <a:r>
              <a:t>Future-proof: Sustained with open source tools and community contributions via forking and pull requests.</a:t>
            </a:r>
          </a:p>
        </p:txBody>
      </p:sp>
      <p:sp>
        <p:nvSpPr>
          <p:cNvPr id="242" name="References Ctd……"/>
          <p:cNvSpPr/>
          <p:nvPr/>
        </p:nvSpPr>
        <p:spPr>
          <a:xfrm>
            <a:off x="27188759" y="29349700"/>
            <a:ext cx="10981286" cy="3416300"/>
          </a:xfrm>
          <a:prstGeom prst="rect">
            <a:avLst/>
          </a:prstGeom>
          <a:solidFill>
            <a:schemeClr val="accent4">
              <a:hueOff val="348544"/>
              <a:lumOff val="7139"/>
              <a:alpha val="43000"/>
            </a:schemeClr>
          </a:solidFill>
          <a:ln w="12700">
            <a:miter lim="400000"/>
          </a:ln>
          <a:extLst>
            <a:ext uri="{C572A759-6A51-4108-AA02-DFA0A04FC94B}">
              <ma14:wrappingTextBoxFlag xmlns:ma14="http://schemas.microsoft.com/office/mac/drawingml/2011/main" val="1"/>
            </a:ext>
          </a:extLst>
        </p:spPr>
        <p:txBody>
          <a:bodyPr lIns="80010" tIns="80010" rIns="80010" bIns="80010"/>
          <a:lstStyle/>
          <a:p>
            <a:pPr defTabSz="1981200">
              <a:lnSpc>
                <a:spcPct val="100000"/>
              </a:lnSpc>
              <a:spcBef>
                <a:spcPts val="0"/>
              </a:spcBef>
              <a:defRPr sz="3000">
                <a:latin typeface="Helvetica Neue Medium"/>
                <a:ea typeface="Helvetica Neue Medium"/>
                <a:cs typeface="Helvetica Neue Medium"/>
                <a:sym typeface="Helvetica Neue Medium"/>
              </a:defRPr>
            </a:pPr>
            <a:r>
              <a:t>References Ctd…</a:t>
            </a:r>
          </a:p>
          <a:p>
            <a:pPr defTabSz="1981200">
              <a:lnSpc>
                <a:spcPct val="100000"/>
              </a:lnSpc>
              <a:spcBef>
                <a:spcPts val="0"/>
              </a:spcBef>
              <a:defRPr sz="500">
                <a:latin typeface="Helvetica Neue Medium"/>
                <a:ea typeface="Helvetica Neue Medium"/>
                <a:cs typeface="Helvetica Neue Medium"/>
                <a:sym typeface="Helvetica Neue Medium"/>
              </a:defRPr>
            </a:pPr>
          </a:p>
          <a:p>
            <a:pPr marL="370416" indent="-370416" defTabSz="12700">
              <a:lnSpc>
                <a:spcPct val="100000"/>
              </a:lnSpc>
              <a:spcBef>
                <a:spcPts val="0"/>
              </a:spcBef>
              <a:buSzPct val="100000"/>
              <a:buAutoNum type="arabicPeriod" startAt="4"/>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latin typeface="Aptos"/>
                <a:ea typeface="Aptos"/>
                <a:cs typeface="Aptos"/>
                <a:sym typeface="Aptos"/>
              </a:defRPr>
            </a:pPr>
            <a:r>
              <a:t>Wickham H (2016). </a:t>
            </a:r>
            <a:r>
              <a:rPr>
                <a:latin typeface="Aptos Display Italic"/>
                <a:ea typeface="Aptos Display Italic"/>
                <a:cs typeface="Aptos Display Italic"/>
                <a:sym typeface="Aptos Display Italic"/>
              </a:rPr>
              <a:t>ggplot2: Elegant Graphics for Data Analysis</a:t>
            </a:r>
            <a:r>
              <a:t>. Springer-Verlag.</a:t>
            </a:r>
          </a:p>
          <a:p>
            <a:pPr marL="370416" indent="-370416" defTabSz="12700">
              <a:lnSpc>
                <a:spcPct val="100000"/>
              </a:lnSpc>
              <a:spcBef>
                <a:spcPts val="0"/>
              </a:spcBef>
              <a:buSzPct val="100000"/>
              <a:buAutoNum type="arabicPeriod" startAt="4"/>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latin typeface="Aptos"/>
                <a:ea typeface="Aptos"/>
                <a:cs typeface="Aptos"/>
                <a:sym typeface="Aptos"/>
              </a:defRPr>
            </a:pPr>
            <a:r>
              <a:t>Wickham H, François R, Henry L, Müller K, Vaughan D (2023). </a:t>
            </a:r>
            <a:r>
              <a:rPr>
                <a:latin typeface="Aptos Display Italic"/>
                <a:ea typeface="Aptos Display Italic"/>
                <a:cs typeface="Aptos Display Italic"/>
                <a:sym typeface="Aptos Display Italic"/>
              </a:rPr>
              <a:t>dplyr: A Grammar of Data Manipulation</a:t>
            </a:r>
            <a:r>
              <a:t>. doi:10.32614/CRAN.package.dplyr.</a:t>
            </a:r>
          </a:p>
          <a:p>
            <a:pPr marL="370416" indent="-370416" defTabSz="12700">
              <a:lnSpc>
                <a:spcPct val="100000"/>
              </a:lnSpc>
              <a:spcBef>
                <a:spcPts val="0"/>
              </a:spcBef>
              <a:buSzPct val="100000"/>
              <a:buAutoNum type="arabicPeriod" startAt="4"/>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latin typeface="Aptos"/>
                <a:ea typeface="Aptos"/>
                <a:cs typeface="Aptos"/>
                <a:sym typeface="Aptos"/>
              </a:defRPr>
            </a:pPr>
            <a:r>
              <a:t>Xie Y (2025). </a:t>
            </a:r>
            <a:r>
              <a:rPr>
                <a:latin typeface="Aptos Display Italic"/>
                <a:ea typeface="Aptos Display Italic"/>
                <a:cs typeface="Aptos Display Italic"/>
                <a:sym typeface="Aptos Display Italic"/>
              </a:rPr>
              <a:t>bookdown: Authoring Books and Technical Documents with R Markdown</a:t>
            </a:r>
            <a:r>
              <a:t>. R package version 0.43. </a:t>
            </a:r>
            <a:r>
              <a:rPr u="sng">
                <a:hlinkClick r:id="rId36" invalidUrl="" action="" tgtFrame="" tooltip="" history="1" highlightClick="0" endSnd="0"/>
              </a:rPr>
              <a:t>https://github.com/rstudio/bookdown</a:t>
            </a:r>
            <a:r>
              <a:t>.</a:t>
            </a:r>
          </a:p>
          <a:p>
            <a:pPr marL="370416" indent="-370416" defTabSz="12700">
              <a:lnSpc>
                <a:spcPct val="100000"/>
              </a:lnSpc>
              <a:spcBef>
                <a:spcPts val="0"/>
              </a:spcBef>
              <a:buSzPct val="100000"/>
              <a:buAutoNum type="arabicPeriod" startAt="4"/>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latin typeface="Aptos"/>
                <a:ea typeface="Aptos"/>
                <a:cs typeface="Aptos"/>
                <a:sym typeface="Aptos"/>
              </a:defRPr>
            </a:pPr>
            <a:r>
              <a:t>Xie Y (2025). </a:t>
            </a:r>
            <a:r>
              <a:rPr>
                <a:latin typeface="Aptos Display Italic"/>
                <a:ea typeface="Aptos Display Italic"/>
                <a:cs typeface="Aptos Display Italic"/>
                <a:sym typeface="Aptos Display Italic"/>
              </a:rPr>
              <a:t>knitr: A General-Purpose Package for Dynamic Report Generation in R</a:t>
            </a:r>
            <a:r>
              <a:t>. R package version 1.50 </a:t>
            </a:r>
            <a:r>
              <a:rPr u="sng">
                <a:hlinkClick r:id="rId37" invalidUrl="" action="" tgtFrame="" tooltip="" history="1" highlightClick="0" endSnd="0"/>
              </a:rPr>
              <a:t>https://yihui.org/knitr</a:t>
            </a:r>
            <a:r>
              <a:t>.</a:t>
            </a:r>
          </a:p>
        </p:txBody>
      </p:sp>
      <p:grpSp>
        <p:nvGrpSpPr>
          <p:cNvPr id="252" name="Group"/>
          <p:cNvGrpSpPr/>
          <p:nvPr/>
        </p:nvGrpSpPr>
        <p:grpSpPr>
          <a:xfrm>
            <a:off x="11982109" y="27467042"/>
            <a:ext cx="14440583" cy="995026"/>
            <a:chOff x="0" y="0"/>
            <a:chExt cx="14440581" cy="995025"/>
          </a:xfrm>
        </p:grpSpPr>
        <p:sp>
          <p:nvSpPr>
            <p:cNvPr id="243" name="E-book"/>
            <p:cNvSpPr/>
            <p:nvPr/>
          </p:nvSpPr>
          <p:spPr>
            <a:xfrm>
              <a:off x="0" y="7491"/>
              <a:ext cx="1875634" cy="987535"/>
            </a:xfrm>
            <a:prstGeom prst="roundRect">
              <a:avLst>
                <a:gd name="adj" fmla="val 18585"/>
              </a:avLst>
            </a:prstGeom>
            <a:solidFill>
              <a:srgbClr val="D783FF">
                <a:alpha val="25000"/>
              </a:srgbClr>
            </a:solidFill>
            <a:ln w="635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80010" tIns="80010" rIns="80010" bIns="80010" numCol="1" anchor="ctr">
              <a:noAutofit/>
            </a:bodyPr>
            <a:lstStyle>
              <a:lvl1pPr algn="ctr" defTabSz="1981200">
                <a:lnSpc>
                  <a:spcPct val="100000"/>
                </a:lnSpc>
                <a:spcBef>
                  <a:spcPts val="0"/>
                </a:spcBef>
                <a:defRPr sz="2500">
                  <a:latin typeface="Helvetica Neue Medium"/>
                  <a:ea typeface="Helvetica Neue Medium"/>
                  <a:cs typeface="Helvetica Neue Medium"/>
                  <a:sym typeface="Helvetica Neue Medium"/>
                </a:defRPr>
              </a:lvl1pPr>
            </a:lstStyle>
            <a:p>
              <a:pPr/>
              <a:r>
                <a:t>E-book</a:t>
              </a:r>
            </a:p>
          </p:txBody>
        </p:sp>
        <p:sp>
          <p:nvSpPr>
            <p:cNvPr id="244" name="Interactive Tutorials"/>
            <p:cNvSpPr/>
            <p:nvPr/>
          </p:nvSpPr>
          <p:spPr>
            <a:xfrm>
              <a:off x="3045196" y="0"/>
              <a:ext cx="1968501" cy="987535"/>
            </a:xfrm>
            <a:prstGeom prst="roundRect">
              <a:avLst>
                <a:gd name="adj" fmla="val 18585"/>
              </a:avLst>
            </a:prstGeom>
            <a:noFill/>
            <a:ln w="635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80010" tIns="80010" rIns="80010" bIns="80010" numCol="1" anchor="ctr">
              <a:noAutofit/>
            </a:bodyPr>
            <a:lstStyle/>
            <a:p>
              <a:pPr algn="ctr" defTabSz="1981200">
                <a:lnSpc>
                  <a:spcPct val="100000"/>
                </a:lnSpc>
                <a:spcBef>
                  <a:spcPts val="0"/>
                </a:spcBef>
                <a:defRPr sz="2500">
                  <a:latin typeface="Helvetica Neue Medium"/>
                  <a:ea typeface="Helvetica Neue Medium"/>
                  <a:cs typeface="Helvetica Neue Medium"/>
                  <a:sym typeface="Helvetica Neue Medium"/>
                </a:defRPr>
              </a:pPr>
              <a:r>
                <a:t>Interactive</a:t>
              </a:r>
              <a:br/>
              <a:r>
                <a:t>Tutorials</a:t>
              </a:r>
            </a:p>
          </p:txBody>
        </p:sp>
        <p:sp>
          <p:nvSpPr>
            <p:cNvPr id="245" name="Slides + Shiny Apps"/>
            <p:cNvSpPr/>
            <p:nvPr/>
          </p:nvSpPr>
          <p:spPr>
            <a:xfrm>
              <a:off x="12459381" y="7491"/>
              <a:ext cx="1981201" cy="987535"/>
            </a:xfrm>
            <a:prstGeom prst="roundRect">
              <a:avLst>
                <a:gd name="adj" fmla="val 18585"/>
              </a:avLst>
            </a:prstGeom>
            <a:noFill/>
            <a:ln w="635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80010" tIns="80010" rIns="80010" bIns="80010" numCol="1" anchor="ctr">
              <a:noAutofit/>
            </a:bodyPr>
            <a:lstStyle>
              <a:lvl1pPr algn="ctr" defTabSz="1981200">
                <a:lnSpc>
                  <a:spcPct val="100000"/>
                </a:lnSpc>
                <a:spcBef>
                  <a:spcPts val="0"/>
                </a:spcBef>
                <a:defRPr sz="2500">
                  <a:latin typeface="Helvetica Neue Medium"/>
                  <a:ea typeface="Helvetica Neue Medium"/>
                  <a:cs typeface="Helvetica Neue Medium"/>
                  <a:sym typeface="Helvetica Neue Medium"/>
                </a:defRPr>
              </a:lvl1pPr>
            </a:lstStyle>
            <a:p>
              <a:pPr/>
              <a:r>
                <a:t>Slides + Shiny Apps</a:t>
              </a:r>
            </a:p>
          </p:txBody>
        </p:sp>
        <p:sp>
          <p:nvSpPr>
            <p:cNvPr id="246" name="Problem Sets"/>
            <p:cNvSpPr/>
            <p:nvPr/>
          </p:nvSpPr>
          <p:spPr>
            <a:xfrm>
              <a:off x="6183257" y="7491"/>
              <a:ext cx="1968501" cy="987535"/>
            </a:xfrm>
            <a:prstGeom prst="roundRect">
              <a:avLst>
                <a:gd name="adj" fmla="val 18585"/>
              </a:avLst>
            </a:prstGeom>
            <a:noFill/>
            <a:ln w="635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80010" tIns="80010" rIns="80010" bIns="80010" numCol="1" anchor="ctr">
              <a:noAutofit/>
            </a:bodyPr>
            <a:lstStyle>
              <a:lvl1pPr algn="ctr" defTabSz="1981200">
                <a:lnSpc>
                  <a:spcPct val="100000"/>
                </a:lnSpc>
                <a:spcBef>
                  <a:spcPts val="0"/>
                </a:spcBef>
                <a:defRPr sz="2500">
                  <a:latin typeface="Helvetica Neue Medium"/>
                  <a:ea typeface="Helvetica Neue Medium"/>
                  <a:cs typeface="Helvetica Neue Medium"/>
                  <a:sym typeface="Helvetica Neue Medium"/>
                </a:defRPr>
              </a:lvl1pPr>
            </a:lstStyle>
            <a:p>
              <a:pPr/>
              <a:r>
                <a:t>Problem Sets</a:t>
              </a:r>
            </a:p>
          </p:txBody>
        </p:sp>
        <p:sp>
          <p:nvSpPr>
            <p:cNvPr id="247" name="Quizzes involving R"/>
            <p:cNvSpPr/>
            <p:nvPr/>
          </p:nvSpPr>
          <p:spPr>
            <a:xfrm>
              <a:off x="9321320" y="7491"/>
              <a:ext cx="1968501" cy="987535"/>
            </a:xfrm>
            <a:prstGeom prst="roundRect">
              <a:avLst>
                <a:gd name="adj" fmla="val 18585"/>
              </a:avLst>
            </a:prstGeom>
            <a:noFill/>
            <a:ln w="635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80010" tIns="80010" rIns="80010" bIns="80010" numCol="1" anchor="ctr">
              <a:noAutofit/>
            </a:bodyPr>
            <a:lstStyle>
              <a:lvl1pPr algn="ctr" defTabSz="1981200">
                <a:lnSpc>
                  <a:spcPct val="100000"/>
                </a:lnSpc>
                <a:spcBef>
                  <a:spcPts val="0"/>
                </a:spcBef>
                <a:defRPr sz="2500">
                  <a:latin typeface="Helvetica Neue Medium"/>
                  <a:ea typeface="Helvetica Neue Medium"/>
                  <a:cs typeface="Helvetica Neue Medium"/>
                  <a:sym typeface="Helvetica Neue Medium"/>
                </a:defRPr>
              </a:lvl1pPr>
            </a:lstStyle>
            <a:p>
              <a:pPr/>
              <a:r>
                <a:t>Quizzes involving R</a:t>
              </a:r>
            </a:p>
          </p:txBody>
        </p:sp>
        <p:sp>
          <p:nvSpPr>
            <p:cNvPr id="248" name="Arrow"/>
            <p:cNvSpPr/>
            <p:nvPr/>
          </p:nvSpPr>
          <p:spPr>
            <a:xfrm>
              <a:off x="1883143" y="344571"/>
              <a:ext cx="1135589" cy="313376"/>
            </a:xfrm>
            <a:prstGeom prst="rightArrow">
              <a:avLst>
                <a:gd name="adj1" fmla="val 23248"/>
                <a:gd name="adj2" fmla="val 59025"/>
              </a:avLst>
            </a:prstGeom>
            <a:solidFill>
              <a:srgbClr val="000000"/>
            </a:solidFill>
            <a:ln w="12700" cap="flat">
              <a:noFill/>
              <a:miter lim="400000"/>
            </a:ln>
            <a:effectLst/>
          </p:spPr>
          <p:txBody>
            <a:bodyPr wrap="square" lIns="80010" tIns="80010" rIns="80010" bIns="80010" numCol="1" anchor="ctr">
              <a:noAutofit/>
            </a:bodyPr>
            <a:lstStyle/>
            <a:p>
              <a:pPr algn="ctr" defTabSz="1981200">
                <a:lnSpc>
                  <a:spcPct val="100000"/>
                </a:lnSpc>
                <a:spcBef>
                  <a:spcPts val="0"/>
                </a:spcBef>
                <a:defRPr sz="7600">
                  <a:solidFill>
                    <a:srgbClr val="FFFFFF"/>
                  </a:solidFill>
                  <a:latin typeface="Helvetica Neue Medium"/>
                  <a:ea typeface="Helvetica Neue Medium"/>
                  <a:cs typeface="Helvetica Neue Medium"/>
                  <a:sym typeface="Helvetica Neue Medium"/>
                </a:defRPr>
              </a:pPr>
            </a:p>
          </p:txBody>
        </p:sp>
        <p:sp>
          <p:nvSpPr>
            <p:cNvPr id="249" name="Arrow"/>
            <p:cNvSpPr/>
            <p:nvPr/>
          </p:nvSpPr>
          <p:spPr>
            <a:xfrm>
              <a:off x="5030682" y="344571"/>
              <a:ext cx="1135590" cy="313376"/>
            </a:xfrm>
            <a:prstGeom prst="rightArrow">
              <a:avLst>
                <a:gd name="adj1" fmla="val 23248"/>
                <a:gd name="adj2" fmla="val 59025"/>
              </a:avLst>
            </a:prstGeom>
            <a:solidFill>
              <a:srgbClr val="000000"/>
            </a:solidFill>
            <a:ln w="12700" cap="flat">
              <a:noFill/>
              <a:miter lim="400000"/>
            </a:ln>
            <a:effectLst/>
          </p:spPr>
          <p:txBody>
            <a:bodyPr wrap="square" lIns="80010" tIns="80010" rIns="80010" bIns="80010" numCol="1" anchor="ctr">
              <a:noAutofit/>
            </a:bodyPr>
            <a:lstStyle/>
            <a:p>
              <a:pPr algn="ctr" defTabSz="1981200">
                <a:lnSpc>
                  <a:spcPct val="100000"/>
                </a:lnSpc>
                <a:spcBef>
                  <a:spcPts val="0"/>
                </a:spcBef>
                <a:defRPr sz="7600">
                  <a:solidFill>
                    <a:srgbClr val="FFFFFF"/>
                  </a:solidFill>
                  <a:latin typeface="Helvetica Neue Medium"/>
                  <a:ea typeface="Helvetica Neue Medium"/>
                  <a:cs typeface="Helvetica Neue Medium"/>
                  <a:sym typeface="Helvetica Neue Medium"/>
                </a:defRPr>
              </a:pPr>
            </a:p>
          </p:txBody>
        </p:sp>
        <p:sp>
          <p:nvSpPr>
            <p:cNvPr id="250" name="Arrow"/>
            <p:cNvSpPr/>
            <p:nvPr/>
          </p:nvSpPr>
          <p:spPr>
            <a:xfrm>
              <a:off x="8178222" y="344571"/>
              <a:ext cx="1135590" cy="313376"/>
            </a:xfrm>
            <a:prstGeom prst="rightArrow">
              <a:avLst>
                <a:gd name="adj1" fmla="val 23248"/>
                <a:gd name="adj2" fmla="val 59025"/>
              </a:avLst>
            </a:prstGeom>
            <a:solidFill>
              <a:srgbClr val="000000"/>
            </a:solidFill>
            <a:ln w="12700" cap="flat">
              <a:noFill/>
              <a:miter lim="400000"/>
            </a:ln>
            <a:effectLst/>
          </p:spPr>
          <p:txBody>
            <a:bodyPr wrap="square" lIns="80010" tIns="80010" rIns="80010" bIns="80010" numCol="1" anchor="ctr">
              <a:noAutofit/>
            </a:bodyPr>
            <a:lstStyle/>
            <a:p>
              <a:pPr algn="ctr" defTabSz="1981200">
                <a:lnSpc>
                  <a:spcPct val="100000"/>
                </a:lnSpc>
                <a:spcBef>
                  <a:spcPts val="0"/>
                </a:spcBef>
                <a:defRPr sz="7600">
                  <a:solidFill>
                    <a:srgbClr val="FFFFFF"/>
                  </a:solidFill>
                  <a:latin typeface="Helvetica Neue Medium"/>
                  <a:ea typeface="Helvetica Neue Medium"/>
                  <a:cs typeface="Helvetica Neue Medium"/>
                  <a:sym typeface="Helvetica Neue Medium"/>
                </a:defRPr>
              </a:pPr>
            </a:p>
          </p:txBody>
        </p:sp>
        <p:sp>
          <p:nvSpPr>
            <p:cNvPr id="251" name="Arrow"/>
            <p:cNvSpPr/>
            <p:nvPr/>
          </p:nvSpPr>
          <p:spPr>
            <a:xfrm>
              <a:off x="11321570" y="344571"/>
              <a:ext cx="1135589" cy="313376"/>
            </a:xfrm>
            <a:prstGeom prst="rightArrow">
              <a:avLst>
                <a:gd name="adj1" fmla="val 23248"/>
                <a:gd name="adj2" fmla="val 59025"/>
              </a:avLst>
            </a:prstGeom>
            <a:solidFill>
              <a:srgbClr val="000000"/>
            </a:solidFill>
            <a:ln w="12700" cap="flat">
              <a:noFill/>
              <a:miter lim="400000"/>
            </a:ln>
            <a:effectLst/>
          </p:spPr>
          <p:txBody>
            <a:bodyPr wrap="square" lIns="80010" tIns="80010" rIns="80010" bIns="80010" numCol="1" anchor="ctr">
              <a:noAutofit/>
            </a:bodyPr>
            <a:lstStyle/>
            <a:p>
              <a:pPr algn="ctr" defTabSz="1981200">
                <a:lnSpc>
                  <a:spcPct val="100000"/>
                </a:lnSpc>
                <a:spcBef>
                  <a:spcPts val="0"/>
                </a:spcBef>
                <a:defRPr sz="7600">
                  <a:solidFill>
                    <a:srgbClr val="FFFFFF"/>
                  </a:solidFill>
                  <a:latin typeface="Helvetica Neue Medium"/>
                  <a:ea typeface="Helvetica Neue Medium"/>
                  <a:cs typeface="Helvetica Neue Medium"/>
                  <a:sym typeface="Helvetica Neue Medium"/>
                </a:defRPr>
              </a:pPr>
            </a:p>
          </p:txBody>
        </p:sp>
      </p:grpSp>
      <p:grpSp>
        <p:nvGrpSpPr>
          <p:cNvPr id="258" name="Group"/>
          <p:cNvGrpSpPr/>
          <p:nvPr/>
        </p:nvGrpSpPr>
        <p:grpSpPr>
          <a:xfrm>
            <a:off x="11965134" y="28499897"/>
            <a:ext cx="14210952" cy="541021"/>
            <a:chOff x="0" y="0"/>
            <a:chExt cx="14210950" cy="541019"/>
          </a:xfrm>
        </p:grpSpPr>
        <p:sp>
          <p:nvSpPr>
            <p:cNvPr id="253" name="Summer 2025"/>
            <p:cNvSpPr txBox="1"/>
            <p:nvPr/>
          </p:nvSpPr>
          <p:spPr>
            <a:xfrm>
              <a:off x="0" y="-1"/>
              <a:ext cx="2089038" cy="5410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80010" tIns="80010" rIns="80010" bIns="80010" numCol="1" anchor="ctr">
              <a:spAutoFit/>
            </a:bodyPr>
            <a:lstStyle>
              <a:lvl1pPr>
                <a:defRPr sz="2500">
                  <a:latin typeface="Aptos"/>
                  <a:ea typeface="Aptos"/>
                  <a:cs typeface="Aptos"/>
                  <a:sym typeface="Aptos"/>
                </a:defRPr>
              </a:lvl1pPr>
            </a:lstStyle>
            <a:p>
              <a:pPr/>
              <a:r>
                <a:t>Summer 2025</a:t>
              </a:r>
            </a:p>
          </p:txBody>
        </p:sp>
        <p:sp>
          <p:nvSpPr>
            <p:cNvPr id="254" name="Fall 2025"/>
            <p:cNvSpPr txBox="1"/>
            <p:nvPr/>
          </p:nvSpPr>
          <p:spPr>
            <a:xfrm>
              <a:off x="3381026" y="-1"/>
              <a:ext cx="1409390" cy="5410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80010" tIns="80010" rIns="80010" bIns="80010" numCol="1" anchor="ctr">
              <a:spAutoFit/>
            </a:bodyPr>
            <a:lstStyle>
              <a:lvl1pPr>
                <a:defRPr sz="2500">
                  <a:latin typeface="Aptos"/>
                  <a:ea typeface="Aptos"/>
                  <a:cs typeface="Aptos"/>
                  <a:sym typeface="Aptos"/>
                </a:defRPr>
              </a:lvl1pPr>
            </a:lstStyle>
            <a:p>
              <a:pPr/>
              <a:r>
                <a:t>Fall 2025</a:t>
              </a:r>
            </a:p>
          </p:txBody>
        </p:sp>
        <p:sp>
          <p:nvSpPr>
            <p:cNvPr id="255" name="Winter 2026"/>
            <p:cNvSpPr txBox="1"/>
            <p:nvPr/>
          </p:nvSpPr>
          <p:spPr>
            <a:xfrm>
              <a:off x="6310088" y="-1"/>
              <a:ext cx="1824248" cy="5410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80010" tIns="80010" rIns="80010" bIns="80010" numCol="1" anchor="ctr">
              <a:spAutoFit/>
            </a:bodyPr>
            <a:lstStyle>
              <a:lvl1pPr>
                <a:defRPr sz="2500">
                  <a:latin typeface="Aptos"/>
                  <a:ea typeface="Aptos"/>
                  <a:cs typeface="Aptos"/>
                  <a:sym typeface="Aptos"/>
                </a:defRPr>
              </a:lvl1pPr>
            </a:lstStyle>
            <a:p>
              <a:pPr/>
              <a:r>
                <a:t>Winter 2026</a:t>
              </a:r>
            </a:p>
          </p:txBody>
        </p:sp>
        <p:sp>
          <p:nvSpPr>
            <p:cNvPr id="256" name="Summer 2026"/>
            <p:cNvSpPr txBox="1"/>
            <p:nvPr/>
          </p:nvSpPr>
          <p:spPr>
            <a:xfrm>
              <a:off x="9317326" y="-1"/>
              <a:ext cx="2089038" cy="5410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80010" tIns="80010" rIns="80010" bIns="80010" numCol="1" anchor="ctr">
              <a:spAutoFit/>
            </a:bodyPr>
            <a:lstStyle>
              <a:lvl1pPr>
                <a:defRPr sz="2500">
                  <a:latin typeface="Aptos"/>
                  <a:ea typeface="Aptos"/>
                  <a:cs typeface="Aptos"/>
                  <a:sym typeface="Aptos"/>
                </a:defRPr>
              </a:lvl1pPr>
            </a:lstStyle>
            <a:p>
              <a:pPr/>
              <a:r>
                <a:t>Summer 2026</a:t>
              </a:r>
            </a:p>
          </p:txBody>
        </p:sp>
        <p:sp>
          <p:nvSpPr>
            <p:cNvPr id="257" name="Fall 2026"/>
            <p:cNvSpPr txBox="1"/>
            <p:nvPr/>
          </p:nvSpPr>
          <p:spPr>
            <a:xfrm>
              <a:off x="12801562" y="-1"/>
              <a:ext cx="1409389" cy="5410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80010" tIns="80010" rIns="80010" bIns="80010" numCol="1" anchor="ctr">
              <a:spAutoFit/>
            </a:bodyPr>
            <a:lstStyle>
              <a:lvl1pPr>
                <a:defRPr sz="2500">
                  <a:latin typeface="Aptos"/>
                  <a:ea typeface="Aptos"/>
                  <a:cs typeface="Aptos"/>
                  <a:sym typeface="Aptos"/>
                </a:defRPr>
              </a:lvl1pPr>
            </a:lstStyle>
            <a:p>
              <a:pPr/>
              <a:r>
                <a:t>Fall 2026</a:t>
              </a:r>
            </a:p>
          </p:txBody>
        </p:sp>
      </p:grpSp>
      <p:grpSp>
        <p:nvGrpSpPr>
          <p:cNvPr id="263" name="Group"/>
          <p:cNvGrpSpPr/>
          <p:nvPr/>
        </p:nvGrpSpPr>
        <p:grpSpPr>
          <a:xfrm>
            <a:off x="235705" y="19181095"/>
            <a:ext cx="9565216" cy="6421279"/>
            <a:chOff x="0" y="0"/>
            <a:chExt cx="9565214" cy="6421277"/>
          </a:xfrm>
        </p:grpSpPr>
        <p:pic>
          <p:nvPicPr>
            <p:cNvPr id="259" name="interactive_boxplot_plotly_hover.png" descr="interactive_boxplot_plotly_hover.png"/>
            <p:cNvPicPr>
              <a:picLocks noChangeAspect="1"/>
            </p:cNvPicPr>
            <p:nvPr/>
          </p:nvPicPr>
          <p:blipFill>
            <a:blip r:embed="rId38">
              <a:extLst/>
            </a:blip>
            <a:stretch>
              <a:fillRect/>
            </a:stretch>
          </p:blipFill>
          <p:spPr>
            <a:xfrm>
              <a:off x="176161" y="3246277"/>
              <a:ext cx="4473678" cy="3175001"/>
            </a:xfrm>
            <a:prstGeom prst="rect">
              <a:avLst/>
            </a:prstGeom>
            <a:ln w="12700" cap="flat">
              <a:noFill/>
              <a:miter lim="400000"/>
            </a:ln>
            <a:effectLst/>
          </p:spPr>
        </p:pic>
        <p:pic>
          <p:nvPicPr>
            <p:cNvPr id="260" name="ggplot_normal.png" descr="ggplot_normal.png"/>
            <p:cNvPicPr>
              <a:picLocks noChangeAspect="1"/>
            </p:cNvPicPr>
            <p:nvPr/>
          </p:nvPicPr>
          <p:blipFill>
            <a:blip r:embed="rId39">
              <a:extLst/>
            </a:blip>
            <a:stretch>
              <a:fillRect/>
            </a:stretch>
          </p:blipFill>
          <p:spPr>
            <a:xfrm>
              <a:off x="4743310" y="3246277"/>
              <a:ext cx="4821905" cy="3175001"/>
            </a:xfrm>
            <a:prstGeom prst="rect">
              <a:avLst/>
            </a:prstGeom>
            <a:ln w="12700" cap="flat">
              <a:noFill/>
              <a:miter lim="400000"/>
            </a:ln>
            <a:effectLst/>
          </p:spPr>
        </p:pic>
        <p:pic>
          <p:nvPicPr>
            <p:cNvPr id="261" name="interactive_hist_plotly_show.png" descr="interactive_hist_plotly_show.png"/>
            <p:cNvPicPr>
              <a:picLocks noChangeAspect="1"/>
            </p:cNvPicPr>
            <p:nvPr/>
          </p:nvPicPr>
          <p:blipFill>
            <a:blip r:embed="rId40">
              <a:extLst/>
            </a:blip>
            <a:stretch>
              <a:fillRect/>
            </a:stretch>
          </p:blipFill>
          <p:spPr>
            <a:xfrm>
              <a:off x="4771988" y="0"/>
              <a:ext cx="4764549" cy="3175000"/>
            </a:xfrm>
            <a:prstGeom prst="rect">
              <a:avLst/>
            </a:prstGeom>
            <a:ln w="12700" cap="flat">
              <a:noFill/>
              <a:miter lim="400000"/>
            </a:ln>
            <a:effectLst/>
          </p:spPr>
        </p:pic>
        <p:pic>
          <p:nvPicPr>
            <p:cNvPr id="262" name="ggplot_regression.png" descr="ggplot_regression.png"/>
            <p:cNvPicPr>
              <a:picLocks noChangeAspect="1"/>
            </p:cNvPicPr>
            <p:nvPr/>
          </p:nvPicPr>
          <p:blipFill>
            <a:blip r:embed="rId41">
              <a:extLst/>
            </a:blip>
            <a:stretch>
              <a:fillRect/>
            </a:stretch>
          </p:blipFill>
          <p:spPr>
            <a:xfrm>
              <a:off x="0" y="0"/>
              <a:ext cx="4826001" cy="3175000"/>
            </a:xfrm>
            <a:prstGeom prst="rect">
              <a:avLst/>
            </a:prstGeom>
            <a:ln w="12700" cap="flat">
              <a:noFill/>
              <a:miter lim="400000"/>
            </a:ln>
            <a:effectLst/>
          </p:spPr>
        </p:pic>
      </p:grpSp>
      <p:grpSp>
        <p:nvGrpSpPr>
          <p:cNvPr id="269" name="Group"/>
          <p:cNvGrpSpPr/>
          <p:nvPr/>
        </p:nvGrpSpPr>
        <p:grpSpPr>
          <a:xfrm>
            <a:off x="54523" y="34159335"/>
            <a:ext cx="37848910" cy="13950092"/>
            <a:chOff x="0" y="0"/>
            <a:chExt cx="37848907" cy="13950091"/>
          </a:xfrm>
        </p:grpSpPr>
        <p:sp>
          <p:nvSpPr>
            <p:cNvPr id="264" name="Conclusions…"/>
            <p:cNvSpPr/>
            <p:nvPr/>
          </p:nvSpPr>
          <p:spPr>
            <a:xfrm>
              <a:off x="0" y="10829422"/>
              <a:ext cx="10981286" cy="3120670"/>
            </a:xfrm>
            <a:prstGeom prst="rect">
              <a:avLst/>
            </a:prstGeom>
            <a:solidFill>
              <a:schemeClr val="accent6">
                <a:alpha val="25000"/>
              </a:schemeClr>
            </a:solidFill>
            <a:ln w="12700" cap="flat">
              <a:noFill/>
              <a:miter lim="400000"/>
            </a:ln>
            <a:effectLst/>
            <a:extLst>
              <a:ext uri="{C572A759-6A51-4108-AA02-DFA0A04FC94B}">
                <ma14:wrappingTextBoxFlag xmlns:ma14="http://schemas.microsoft.com/office/mac/drawingml/2011/main" val="1"/>
              </a:ext>
            </a:extLst>
          </p:spPr>
          <p:txBody>
            <a:bodyPr wrap="square" lIns="80010" tIns="80010" rIns="80010" bIns="80010" numCol="1" anchor="t">
              <a:noAutofit/>
            </a:bodyPr>
            <a:lstStyle/>
            <a:p>
              <a:pPr>
                <a:lnSpc>
                  <a:spcPct val="100000"/>
                </a:lnSpc>
                <a:defRPr sz="3000">
                  <a:latin typeface="Aptos Bold"/>
                  <a:ea typeface="Aptos Bold"/>
                  <a:cs typeface="Aptos Bold"/>
                  <a:sym typeface="Aptos Bold"/>
                </a:defRPr>
              </a:pPr>
              <a:r>
                <a:t>Conclusions</a:t>
              </a:r>
              <a:br/>
              <a:endParaRPr sz="1000"/>
            </a:p>
            <a:p>
              <a:pPr defTabSz="457200">
                <a:lnSpc>
                  <a:spcPct val="100000"/>
                </a:lnSpc>
                <a:spcBef>
                  <a:spcPts val="0"/>
                </a:spcBef>
                <a:defRPr sz="2500">
                  <a:latin typeface="Aptos"/>
                  <a:ea typeface="Aptos"/>
                  <a:cs typeface="Aptos"/>
                  <a:sym typeface="Aptos"/>
                </a:defRPr>
              </a:pPr>
              <a:r>
                <a:t>Through this project, students learned the value of working across technical, design, and communication challenges in a collaborative setting with faculty. In addition to learning new skills, the experience assisted students learn about project management, and improved their creativity and problem-solving abilities beyond the classroom. The e-book serves as a course resource and a model for how students can take an active role in shaping academic materials.</a:t>
              </a:r>
            </a:p>
          </p:txBody>
        </p:sp>
        <p:sp>
          <p:nvSpPr>
            <p:cNvPr id="265" name="Acknowledgements…"/>
            <p:cNvSpPr/>
            <p:nvPr/>
          </p:nvSpPr>
          <p:spPr>
            <a:xfrm>
              <a:off x="26867622" y="10787068"/>
              <a:ext cx="10981286" cy="3120670"/>
            </a:xfrm>
            <a:prstGeom prst="rect">
              <a:avLst/>
            </a:prstGeom>
            <a:solidFill>
              <a:schemeClr val="accent6">
                <a:alpha val="25000"/>
              </a:schemeClr>
            </a:solidFill>
            <a:ln w="12700" cap="flat">
              <a:noFill/>
              <a:miter lim="400000"/>
            </a:ln>
            <a:effectLst/>
            <a:extLst>
              <a:ext uri="{C572A759-6A51-4108-AA02-DFA0A04FC94B}">
                <ma14:wrappingTextBoxFlag xmlns:ma14="http://schemas.microsoft.com/office/mac/drawingml/2011/main" val="1"/>
              </a:ext>
            </a:extLst>
          </p:spPr>
          <p:txBody>
            <a:bodyPr wrap="square" lIns="80010" tIns="80010" rIns="80010" bIns="80010" numCol="1" anchor="t">
              <a:noAutofit/>
            </a:bodyPr>
            <a:lstStyle/>
            <a:p>
              <a:pPr>
                <a:lnSpc>
                  <a:spcPct val="100000"/>
                </a:lnSpc>
                <a:defRPr sz="3000">
                  <a:latin typeface="Aptos Bold"/>
                  <a:ea typeface="Aptos Bold"/>
                  <a:cs typeface="Aptos Bold"/>
                  <a:sym typeface="Aptos Bold"/>
                </a:defRPr>
              </a:pPr>
              <a:r>
                <a:t>Acknowledgements</a:t>
              </a:r>
              <a:br/>
              <a:endParaRPr sz="1000"/>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Aptos"/>
                  <a:ea typeface="Aptos"/>
                  <a:cs typeface="Aptos"/>
                  <a:sym typeface="Aptos"/>
                </a:defRPr>
              </a:pPr>
              <a:r>
                <a:t>The authors thank Professors Nishan Mudalige (UTM) and Masoud Ataei (UTM) for their guidance, Dr. Steve Tully (Okanagan College, BC) and Ms. Avanti Coonghe (United Nations, UK) for feedback on content and design, the UTM Department of Mathematical and Computational Sciences for supporting student–faculty collaboration, and the open-source community for tools and resources that made the project possible.</a:t>
              </a:r>
            </a:p>
          </p:txBody>
        </p:sp>
        <p:grpSp>
          <p:nvGrpSpPr>
            <p:cNvPr id="268" name="Group"/>
            <p:cNvGrpSpPr/>
            <p:nvPr/>
          </p:nvGrpSpPr>
          <p:grpSpPr>
            <a:xfrm>
              <a:off x="13143281" y="0"/>
              <a:ext cx="11619412" cy="3661910"/>
              <a:chOff x="0" y="0"/>
              <a:chExt cx="11619410" cy="3661909"/>
            </a:xfrm>
          </p:grpSpPr>
          <p:sp>
            <p:nvSpPr>
              <p:cNvPr id="266" name="Available at https://nishanmudalige.github.io/STA258/"/>
              <p:cNvSpPr/>
              <p:nvPr/>
            </p:nvSpPr>
            <p:spPr>
              <a:xfrm>
                <a:off x="0" y="108029"/>
                <a:ext cx="11619411" cy="3553881"/>
              </a:xfrm>
              <a:prstGeom prst="rect">
                <a:avLst/>
              </a:prstGeom>
              <a:solidFill>
                <a:schemeClr val="accent4">
                  <a:hueOff val="-1247790"/>
                  <a:lumOff val="-12326"/>
                  <a:alpha val="34000"/>
                </a:schemeClr>
              </a:solidFill>
              <a:ln w="12700" cap="flat">
                <a:noFill/>
                <a:miter lim="400000"/>
              </a:ln>
              <a:effectLst/>
              <a:extLst>
                <a:ext uri="{C572A759-6A51-4108-AA02-DFA0A04FC94B}">
                  <ma14:wrappingTextBoxFlag xmlns:ma14="http://schemas.microsoft.com/office/mac/drawingml/2011/main" val="1"/>
                </a:ext>
              </a:extLst>
            </p:spPr>
            <p:txBody>
              <a:bodyPr wrap="square" lIns="80010" tIns="80010" rIns="80010" bIns="80010" numCol="1" anchor="b">
                <a:noAutofit/>
              </a:bodyPr>
              <a:lstStyle/>
              <a:p>
                <a:pPr algn="ctr" defTabSz="1981200">
                  <a:lnSpc>
                    <a:spcPts val="1000"/>
                  </a:lnSpc>
                  <a:spcBef>
                    <a:spcPts val="1000"/>
                  </a:spcBef>
                  <a:defRPr sz="3400">
                    <a:latin typeface="Aptos"/>
                    <a:ea typeface="Aptos"/>
                    <a:cs typeface="Aptos"/>
                    <a:sym typeface="Aptos"/>
                  </a:defRPr>
                </a:pPr>
                <a:r>
                  <a:t>Available at </a:t>
                </a:r>
                <a:r>
                  <a:rPr u="sng">
                    <a:solidFill>
                      <a:schemeClr val="accent1">
                        <a:lumOff val="-13575"/>
                      </a:schemeClr>
                    </a:solidFill>
                    <a:latin typeface="Aptos Display Italic"/>
                    <a:ea typeface="Aptos Display Italic"/>
                    <a:cs typeface="Aptos Display Italic"/>
                    <a:sym typeface="Aptos Display Italic"/>
                  </a:rPr>
                  <a:t>https://nishanmudalige.github.io/STA258/</a:t>
                </a:r>
              </a:p>
            </p:txBody>
          </p:sp>
          <p:pic>
            <p:nvPicPr>
              <p:cNvPr id="267" name="STA258_qr_qrcode.svg" descr="STA258_qr_qrcode.svg"/>
              <p:cNvPicPr>
                <a:picLocks noChangeAspect="1"/>
              </p:cNvPicPr>
              <p:nvPr/>
            </p:nvPicPr>
            <p:blipFill>
              <a:blip r:embed="rId42">
                <a:extLst/>
              </a:blip>
              <a:stretch>
                <a:fillRect/>
              </a:stretch>
            </p:blipFill>
            <p:spPr>
              <a:xfrm>
                <a:off x="4171830" y="0"/>
                <a:ext cx="3302001" cy="3302000"/>
              </a:xfrm>
              <a:prstGeom prst="rect">
                <a:avLst/>
              </a:prstGeom>
              <a:ln w="12700" cap="flat">
                <a:noFill/>
                <a:miter lim="400000"/>
              </a:ln>
              <a:effectLst/>
            </p:spPr>
          </p:pic>
        </p:grpSp>
      </p:grpSp>
      <p:pic>
        <p:nvPicPr>
          <p:cNvPr id="270" name="example_screen_sec_3_crop.png" descr="example_screen_sec_3_crop.png"/>
          <p:cNvPicPr>
            <a:picLocks noChangeAspect="1"/>
          </p:cNvPicPr>
          <p:nvPr/>
        </p:nvPicPr>
        <p:blipFill>
          <a:blip r:embed="rId43">
            <a:extLst/>
          </a:blip>
          <a:stretch>
            <a:fillRect/>
          </a:stretch>
        </p:blipFill>
        <p:spPr>
          <a:xfrm>
            <a:off x="6985000" y="12140956"/>
            <a:ext cx="5835136" cy="6350001"/>
          </a:xfrm>
          <a:prstGeom prst="rect">
            <a:avLst/>
          </a:prstGeom>
          <a:ln w="12700">
            <a:miter lim="400000"/>
          </a:ln>
        </p:spPr>
      </p:pic>
      <p:sp>
        <p:nvSpPr>
          <p:cNvPr id="271" name="Methodology and Implementation…"/>
          <p:cNvSpPr/>
          <p:nvPr/>
        </p:nvSpPr>
        <p:spPr>
          <a:xfrm>
            <a:off x="13463004" y="3503104"/>
            <a:ext cx="11622241" cy="4394201"/>
          </a:xfrm>
          <a:prstGeom prst="rect">
            <a:avLst/>
          </a:prstGeom>
          <a:solidFill>
            <a:srgbClr val="BFE4FF"/>
          </a:solidFill>
          <a:ln w="12700">
            <a:miter lim="400000"/>
          </a:ln>
          <a:extLst>
            <a:ext uri="{C572A759-6A51-4108-AA02-DFA0A04FC94B}">
              <ma14:wrappingTextBoxFlag xmlns:ma14="http://schemas.microsoft.com/office/mac/drawingml/2011/main" val="1"/>
            </a:ext>
          </a:extLst>
        </p:spPr>
        <p:txBody>
          <a:bodyPr lIns="80010" tIns="80010" rIns="80010" bIns="80010"/>
          <a:lstStyle/>
          <a:p>
            <a:pPr>
              <a:lnSpc>
                <a:spcPct val="100000"/>
              </a:lnSpc>
              <a:defRPr sz="3000">
                <a:latin typeface="Aptos"/>
                <a:ea typeface="Aptos"/>
                <a:cs typeface="Aptos"/>
                <a:sym typeface="Aptos"/>
              </a:defRPr>
            </a:pPr>
            <a:r>
              <a:rPr>
                <a:latin typeface="Aptos Bold"/>
                <a:ea typeface="Aptos Bold"/>
                <a:cs typeface="Aptos Bold"/>
                <a:sym typeface="Aptos Bold"/>
              </a:rPr>
              <a:t>Methodology and Implementation</a:t>
            </a:r>
            <a:br>
              <a:rPr>
                <a:latin typeface="Aptos Bold"/>
                <a:ea typeface="Aptos Bold"/>
                <a:cs typeface="Aptos Bold"/>
                <a:sym typeface="Aptos Bold"/>
              </a:rPr>
            </a:br>
            <a:endParaRPr sz="1000"/>
          </a:p>
          <a:p>
            <a: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000">
                <a:latin typeface="Aptos"/>
                <a:ea typeface="Aptos"/>
                <a:cs typeface="Aptos"/>
                <a:sym typeface="Aptos"/>
              </a:defRPr>
            </a:pPr>
            <a:r>
              <a:t>The project was completed using open source tools. Content was written in Markdown and rendered using the Bookdown framework. Source files are managed on GitHub with the e-book hosted on GitHub Pages. Figures are rendered within code blocks and math statements are written in LaTeX within Markdown. Shiny applications are hosted on </a:t>
            </a:r>
            <a:r>
              <a:rPr u="sng">
                <a:hlinkClick r:id="rId22" invalidUrl="" action="" tgtFrame="" tooltip="" history="1" highlightClick="0" endSnd="0"/>
              </a:rPr>
              <a:t>shinyapps.io</a:t>
            </a:r>
            <a:r>
              <a:t> and embedded directly in the e-book using HTML. Custom styling  was implemented in CSS with formatting, metadata, and output options controlled using YAML.</a:t>
            </a:r>
          </a:p>
        </p:txBody>
      </p:sp>
      <p:sp>
        <p:nvSpPr>
          <p:cNvPr id="272" name="Available at https://nishanmudalige.github.io/STA258/"/>
          <p:cNvSpPr txBox="1"/>
          <p:nvPr/>
        </p:nvSpPr>
        <p:spPr>
          <a:xfrm>
            <a:off x="15031088" y="18371761"/>
            <a:ext cx="8685504" cy="617221"/>
          </a:xfrm>
          <a:prstGeom prst="rect">
            <a:avLst/>
          </a:prstGeom>
          <a:ln w="12700">
            <a:miter lim="400000"/>
          </a:ln>
          <a:extLst>
            <a:ext uri="{C572A759-6A51-4108-AA02-DFA0A04FC94B}">
              <ma14:wrappingTextBoxFlag xmlns:ma14="http://schemas.microsoft.com/office/mac/drawingml/2011/main" val="1"/>
            </a:ext>
          </a:extLst>
        </p:spPr>
        <p:txBody>
          <a:bodyPr wrap="none" lIns="80010" tIns="80010" rIns="80010" bIns="80010" anchor="ctr">
            <a:spAutoFit/>
          </a:bodyPr>
          <a:lstStyle/>
          <a:p>
            <a:pPr>
              <a:defRPr sz="3000">
                <a:latin typeface="Aptos Display"/>
                <a:ea typeface="Aptos Display"/>
                <a:cs typeface="Aptos Display"/>
                <a:sym typeface="Aptos Display"/>
              </a:defRPr>
            </a:pPr>
            <a:r>
              <a:t>Available at </a:t>
            </a:r>
            <a:r>
              <a:rPr i="1" u="sng">
                <a:solidFill>
                  <a:srgbClr val="3274B5"/>
                </a:solidFill>
                <a:latin typeface="Aptos Light"/>
                <a:ea typeface="Aptos Light"/>
                <a:cs typeface="Aptos Light"/>
                <a:sym typeface="Aptos Light"/>
                <a:hlinkClick r:id="rId44" invalidUrl="" action="" tgtFrame="" tooltip="" history="1" highlightClick="0" endSnd="0"/>
              </a:rPr>
              <a:t>https://nishanmudalige.github.io/STA258/</a:t>
            </a:r>
            <a:r>
              <a:rPr>
                <a:solidFill>
                  <a:srgbClr val="3274B5"/>
                </a:solidFill>
                <a:latin typeface="Aptos Display Italic"/>
                <a:ea typeface="Aptos Display Italic"/>
                <a:cs typeface="Aptos Display Italic"/>
                <a:sym typeface="Aptos Display Italic"/>
              </a:rPr>
              <a:t> </a:t>
            </a:r>
          </a:p>
        </p:txBody>
      </p:sp>
      <p:pic>
        <p:nvPicPr>
          <p:cNvPr id="273" name="STA258_qr_qrcode.svg" descr="STA258_qr_qrcode.svg"/>
          <p:cNvPicPr>
            <a:picLocks noChangeAspect="1"/>
          </p:cNvPicPr>
          <p:nvPr/>
        </p:nvPicPr>
        <p:blipFill>
          <a:blip r:embed="rId42">
            <a:extLst/>
          </a:blip>
          <a:stretch>
            <a:fillRect/>
          </a:stretch>
        </p:blipFill>
        <p:spPr>
          <a:xfrm>
            <a:off x="17845374" y="15803587"/>
            <a:ext cx="2857501" cy="2857501"/>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80010" tIns="80010" rIns="80010" bIns="80010" numCol="1" spcCol="38100" rtlCol="0" anchor="ctr" upright="0">
        <a:spAutoFit/>
      </a:bodyPr>
      <a:lstStyle>
        <a:defPPr marL="0" marR="0" indent="0" algn="ctr" defTabSz="1981200" rtl="0" fontAlgn="auto" latinLnBrk="0" hangingPunct="0">
          <a:lnSpc>
            <a:spcPct val="100000"/>
          </a:lnSpc>
          <a:spcBef>
            <a:spcPts val="0"/>
          </a:spcBef>
          <a:spcAft>
            <a:spcPts val="0"/>
          </a:spcAft>
          <a:buClrTx/>
          <a:buSzTx/>
          <a:buFontTx/>
          <a:buNone/>
          <a:tabLst/>
          <a:defRPr b="0" baseline="0" cap="none" i="0" spc="0" strike="noStrike" sz="76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80010" tIns="80010" rIns="80010" bIns="80010" numCol="1" spcCol="38100" rtlCol="0" anchor="ctr" upright="0">
        <a:spAutoFit/>
      </a:bodyPr>
      <a:lstStyle>
        <a:defPPr marL="0" marR="0" indent="0" algn="l" defTabSz="5852013" rtl="0" fontAlgn="auto" latinLnBrk="0" hangingPunct="0">
          <a:lnSpc>
            <a:spcPct val="90000"/>
          </a:lnSpc>
          <a:spcBef>
            <a:spcPts val="1080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80010" tIns="80010" rIns="80010" bIns="80010" numCol="1" spcCol="38100" rtlCol="0" anchor="ctr" upright="0">
        <a:spAutoFit/>
      </a:bodyPr>
      <a:lstStyle>
        <a:defPPr marL="0" marR="0" indent="0" algn="ctr" defTabSz="1981200" rtl="0" fontAlgn="auto" latinLnBrk="0" hangingPunct="0">
          <a:lnSpc>
            <a:spcPct val="100000"/>
          </a:lnSpc>
          <a:spcBef>
            <a:spcPts val="0"/>
          </a:spcBef>
          <a:spcAft>
            <a:spcPts val="0"/>
          </a:spcAft>
          <a:buClrTx/>
          <a:buSzTx/>
          <a:buFontTx/>
          <a:buNone/>
          <a:tabLst/>
          <a:defRPr b="0" baseline="0" cap="none" i="0" spc="0" strike="noStrike" sz="76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80010" tIns="80010" rIns="80010" bIns="80010" numCol="1" spcCol="38100" rtlCol="0" anchor="ctr" upright="0">
        <a:spAutoFit/>
      </a:bodyPr>
      <a:lstStyle>
        <a:defPPr marL="0" marR="0" indent="0" algn="l" defTabSz="5852013" rtl="0" fontAlgn="auto" latinLnBrk="0" hangingPunct="0">
          <a:lnSpc>
            <a:spcPct val="90000"/>
          </a:lnSpc>
          <a:spcBef>
            <a:spcPts val="10800"/>
          </a:spcBef>
          <a:spcAft>
            <a:spcPts val="0"/>
          </a:spcAft>
          <a:buClrTx/>
          <a:buSzTx/>
          <a:buFontTx/>
          <a:buNone/>
          <a:tabLst/>
          <a:defRPr b="0" baseline="0" cap="none" i="0" spc="0" strike="noStrike" sz="114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